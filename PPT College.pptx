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6" r:id="rId1"/>
    <p:sldMasterId id="2147483738" r:id="rId2"/>
  </p:sldMasterIdLst>
  <p:sldIdLst>
    <p:sldId id="256" r:id="rId3"/>
    <p:sldId id="257" r:id="rId4"/>
    <p:sldId id="258" r:id="rId5"/>
    <p:sldId id="259" r:id="rId6"/>
    <p:sldId id="260" r:id="rId7"/>
    <p:sldId id="261" r:id="rId8"/>
    <p:sldId id="262" r:id="rId9"/>
  </p:sldIdLst>
  <p:sldSz cx="12192000" cy="6858000"/>
  <p:notesSz cx="6761163" cy="994251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8516" autoAdjust="0"/>
    <p:restoredTop sz="94660"/>
  </p:normalViewPr>
  <p:slideViewPr>
    <p:cSldViewPr snapToGrid="0">
      <p:cViewPr>
        <p:scale>
          <a:sx n="100" d="100"/>
          <a:sy n="100" d="100"/>
        </p:scale>
        <p:origin x="1362" y="31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tableStyles" Target="tableStyles.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theme" Target="theme/theme1.xml"/><Relationship Id="rId2" Type="http://schemas.openxmlformats.org/officeDocument/2006/relationships/slideMaster" Target="slideMasters/slideMaster2.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viewProps" Target="viewProps.xml"/><Relationship Id="rId5" Type="http://schemas.openxmlformats.org/officeDocument/2006/relationships/slide" Target="slides/slide3.xml"/><Relationship Id="rId10"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06F060-E6B1-E409-1D9C-A7130761646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76DB86EA-06D3-8B93-F515-B27B9EBACB5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CF163D2F-AA6A-4DF0-5A63-E6035FC6A0C8}"/>
              </a:ext>
            </a:extLst>
          </p:cNvPr>
          <p:cNvSpPr>
            <a:spLocks noGrp="1"/>
          </p:cNvSpPr>
          <p:nvPr>
            <p:ph type="dt" sz="half" idx="10"/>
          </p:nvPr>
        </p:nvSpPr>
        <p:spPr/>
        <p:txBody>
          <a:bodyPr/>
          <a:lstStyle/>
          <a:p>
            <a:fld id="{F31D8521-EE8D-4880-A569-9A138B3B67CC}" type="datetimeFigureOut">
              <a:rPr lang="en-IN" smtClean="0"/>
              <a:t>03-05-2025</a:t>
            </a:fld>
            <a:endParaRPr lang="en-IN"/>
          </a:p>
        </p:txBody>
      </p:sp>
      <p:sp>
        <p:nvSpPr>
          <p:cNvPr id="5" name="Footer Placeholder 4">
            <a:extLst>
              <a:ext uri="{FF2B5EF4-FFF2-40B4-BE49-F238E27FC236}">
                <a16:creationId xmlns:a16="http://schemas.microsoft.com/office/drawing/2014/main" id="{7C22CB68-1159-9F9B-AF2A-1E53B3CF5F2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D28EA2E-D062-37FE-5462-F2BAFDE203E5}"/>
              </a:ext>
            </a:extLst>
          </p:cNvPr>
          <p:cNvSpPr>
            <a:spLocks noGrp="1"/>
          </p:cNvSpPr>
          <p:nvPr>
            <p:ph type="sldNum" sz="quarter" idx="12"/>
          </p:nvPr>
        </p:nvSpPr>
        <p:spPr/>
        <p:txBody>
          <a:bodyPr/>
          <a:lstStyle/>
          <a:p>
            <a:fld id="{57C072B1-4834-4309-9162-96433DC06C6F}" type="slidenum">
              <a:rPr lang="en-IN" smtClean="0"/>
              <a:t>‹#›</a:t>
            </a:fld>
            <a:endParaRPr lang="en-IN"/>
          </a:p>
        </p:txBody>
      </p:sp>
    </p:spTree>
    <p:extLst>
      <p:ext uri="{BB962C8B-B14F-4D97-AF65-F5344CB8AC3E}">
        <p14:creationId xmlns:p14="http://schemas.microsoft.com/office/powerpoint/2010/main" val="4207364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C24446-B208-75BB-BA3F-6B036B476F5F}"/>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3319BD49-F0DB-3B8F-C30F-A68E63651C8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F306B17-016E-581B-7AE7-9C1B8BC26F8A}"/>
              </a:ext>
            </a:extLst>
          </p:cNvPr>
          <p:cNvSpPr>
            <a:spLocks noGrp="1"/>
          </p:cNvSpPr>
          <p:nvPr>
            <p:ph type="dt" sz="half" idx="10"/>
          </p:nvPr>
        </p:nvSpPr>
        <p:spPr/>
        <p:txBody>
          <a:bodyPr/>
          <a:lstStyle/>
          <a:p>
            <a:fld id="{F31D8521-EE8D-4880-A569-9A138B3B67CC}" type="datetimeFigureOut">
              <a:rPr lang="en-IN" smtClean="0"/>
              <a:t>03-05-2025</a:t>
            </a:fld>
            <a:endParaRPr lang="en-IN"/>
          </a:p>
        </p:txBody>
      </p:sp>
      <p:sp>
        <p:nvSpPr>
          <p:cNvPr id="5" name="Footer Placeholder 4">
            <a:extLst>
              <a:ext uri="{FF2B5EF4-FFF2-40B4-BE49-F238E27FC236}">
                <a16:creationId xmlns:a16="http://schemas.microsoft.com/office/drawing/2014/main" id="{F7835FDD-033D-7460-BEDA-F3AE09E120E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914ECF1-5AAC-79FB-3EBA-A8721D2FBE2D}"/>
              </a:ext>
            </a:extLst>
          </p:cNvPr>
          <p:cNvSpPr>
            <a:spLocks noGrp="1"/>
          </p:cNvSpPr>
          <p:nvPr>
            <p:ph type="sldNum" sz="quarter" idx="12"/>
          </p:nvPr>
        </p:nvSpPr>
        <p:spPr/>
        <p:txBody>
          <a:bodyPr/>
          <a:lstStyle/>
          <a:p>
            <a:fld id="{57C072B1-4834-4309-9162-96433DC06C6F}" type="slidenum">
              <a:rPr lang="en-IN" smtClean="0"/>
              <a:t>‹#›</a:t>
            </a:fld>
            <a:endParaRPr lang="en-IN"/>
          </a:p>
        </p:txBody>
      </p:sp>
    </p:spTree>
    <p:extLst>
      <p:ext uri="{BB962C8B-B14F-4D97-AF65-F5344CB8AC3E}">
        <p14:creationId xmlns:p14="http://schemas.microsoft.com/office/powerpoint/2010/main" val="60105079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EE6C01-9B02-B329-7617-B3B6CE6C108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0E426210-4A4B-6F65-3276-B5B691AF337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F6B6990-CB67-3AA8-8BA3-85105611DAE2}"/>
              </a:ext>
            </a:extLst>
          </p:cNvPr>
          <p:cNvSpPr>
            <a:spLocks noGrp="1"/>
          </p:cNvSpPr>
          <p:nvPr>
            <p:ph type="dt" sz="half" idx="10"/>
          </p:nvPr>
        </p:nvSpPr>
        <p:spPr/>
        <p:txBody>
          <a:bodyPr/>
          <a:lstStyle/>
          <a:p>
            <a:fld id="{F31D8521-EE8D-4880-A569-9A138B3B67CC}" type="datetimeFigureOut">
              <a:rPr lang="en-IN" smtClean="0"/>
              <a:t>03-05-2025</a:t>
            </a:fld>
            <a:endParaRPr lang="en-IN"/>
          </a:p>
        </p:txBody>
      </p:sp>
      <p:sp>
        <p:nvSpPr>
          <p:cNvPr id="5" name="Footer Placeholder 4">
            <a:extLst>
              <a:ext uri="{FF2B5EF4-FFF2-40B4-BE49-F238E27FC236}">
                <a16:creationId xmlns:a16="http://schemas.microsoft.com/office/drawing/2014/main" id="{72FDAB23-5B6F-82E7-B73F-CFAE907E32E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639D0C0-94F3-5B49-EF6E-BEF3200A271A}"/>
              </a:ext>
            </a:extLst>
          </p:cNvPr>
          <p:cNvSpPr>
            <a:spLocks noGrp="1"/>
          </p:cNvSpPr>
          <p:nvPr>
            <p:ph type="sldNum" sz="quarter" idx="12"/>
          </p:nvPr>
        </p:nvSpPr>
        <p:spPr/>
        <p:txBody>
          <a:bodyPr/>
          <a:lstStyle/>
          <a:p>
            <a:fld id="{57C072B1-4834-4309-9162-96433DC06C6F}" type="slidenum">
              <a:rPr lang="en-IN" smtClean="0"/>
              <a:t>‹#›</a:t>
            </a:fld>
            <a:endParaRPr lang="en-IN"/>
          </a:p>
        </p:txBody>
      </p:sp>
    </p:spTree>
    <p:extLst>
      <p:ext uri="{BB962C8B-B14F-4D97-AF65-F5344CB8AC3E}">
        <p14:creationId xmlns:p14="http://schemas.microsoft.com/office/powerpoint/2010/main" val="17289857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3A06E9-4A71-8296-5A87-5B747261E6B6}"/>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8C5CDC1F-3A3B-030B-8C63-45FAD738599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627E2910-B84C-6F23-1D30-8EBAF7E4D46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EEDF6B8B-33F4-271D-E602-9B3D0E4195F7}"/>
              </a:ext>
            </a:extLst>
          </p:cNvPr>
          <p:cNvSpPr>
            <a:spLocks noGrp="1"/>
          </p:cNvSpPr>
          <p:nvPr>
            <p:ph type="dt" sz="half" idx="10"/>
          </p:nvPr>
        </p:nvSpPr>
        <p:spPr/>
        <p:txBody>
          <a:bodyPr/>
          <a:lstStyle/>
          <a:p>
            <a:fld id="{F31D8521-EE8D-4880-A569-9A138B3B67CC}" type="datetimeFigureOut">
              <a:rPr lang="en-IN" smtClean="0"/>
              <a:t>03-05-2025</a:t>
            </a:fld>
            <a:endParaRPr lang="en-IN"/>
          </a:p>
        </p:txBody>
      </p:sp>
      <p:sp>
        <p:nvSpPr>
          <p:cNvPr id="6" name="Footer Placeholder 5">
            <a:extLst>
              <a:ext uri="{FF2B5EF4-FFF2-40B4-BE49-F238E27FC236}">
                <a16:creationId xmlns:a16="http://schemas.microsoft.com/office/drawing/2014/main" id="{10F56E7C-855C-08CC-158C-FF2F2993B01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35B2D18-C9C8-E4AF-A49E-276F778D640C}"/>
              </a:ext>
            </a:extLst>
          </p:cNvPr>
          <p:cNvSpPr>
            <a:spLocks noGrp="1"/>
          </p:cNvSpPr>
          <p:nvPr>
            <p:ph type="sldNum" sz="quarter" idx="12"/>
          </p:nvPr>
        </p:nvSpPr>
        <p:spPr/>
        <p:txBody>
          <a:bodyPr/>
          <a:lstStyle/>
          <a:p>
            <a:fld id="{57C072B1-4834-4309-9162-96433DC06C6F}" type="slidenum">
              <a:rPr lang="en-IN" smtClean="0"/>
              <a:t>‹#›</a:t>
            </a:fld>
            <a:endParaRPr lang="en-IN"/>
          </a:p>
        </p:txBody>
      </p:sp>
    </p:spTree>
    <p:extLst>
      <p:ext uri="{BB962C8B-B14F-4D97-AF65-F5344CB8AC3E}">
        <p14:creationId xmlns:p14="http://schemas.microsoft.com/office/powerpoint/2010/main" val="127579730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31D95B-DAE7-0557-33B5-BDE8D7EE573F}"/>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A6ADEB70-C4B0-1145-DC3C-84B7F7D66FA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CF6B348-6202-8B72-B585-5564A7984DF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924EEF19-F119-B2D8-11E6-4A83E891B81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E798335-6989-6840-A5A6-434DB1FBCC3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3BFAF2CD-88BF-841C-869F-EE362DA02BA1}"/>
              </a:ext>
            </a:extLst>
          </p:cNvPr>
          <p:cNvSpPr>
            <a:spLocks noGrp="1"/>
          </p:cNvSpPr>
          <p:nvPr>
            <p:ph type="dt" sz="half" idx="10"/>
          </p:nvPr>
        </p:nvSpPr>
        <p:spPr/>
        <p:txBody>
          <a:bodyPr/>
          <a:lstStyle/>
          <a:p>
            <a:fld id="{F31D8521-EE8D-4880-A569-9A138B3B67CC}" type="datetimeFigureOut">
              <a:rPr lang="en-IN" smtClean="0"/>
              <a:t>03-05-2025</a:t>
            </a:fld>
            <a:endParaRPr lang="en-IN"/>
          </a:p>
        </p:txBody>
      </p:sp>
      <p:sp>
        <p:nvSpPr>
          <p:cNvPr id="8" name="Footer Placeholder 7">
            <a:extLst>
              <a:ext uri="{FF2B5EF4-FFF2-40B4-BE49-F238E27FC236}">
                <a16:creationId xmlns:a16="http://schemas.microsoft.com/office/drawing/2014/main" id="{0FDBFBE1-7374-647A-C0FA-92837235252D}"/>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47318452-D79F-2B20-81DA-F99435E42235}"/>
              </a:ext>
            </a:extLst>
          </p:cNvPr>
          <p:cNvSpPr>
            <a:spLocks noGrp="1"/>
          </p:cNvSpPr>
          <p:nvPr>
            <p:ph type="sldNum" sz="quarter" idx="12"/>
          </p:nvPr>
        </p:nvSpPr>
        <p:spPr/>
        <p:txBody>
          <a:bodyPr/>
          <a:lstStyle/>
          <a:p>
            <a:fld id="{57C072B1-4834-4309-9162-96433DC06C6F}" type="slidenum">
              <a:rPr lang="en-IN" smtClean="0"/>
              <a:t>‹#›</a:t>
            </a:fld>
            <a:endParaRPr lang="en-IN"/>
          </a:p>
        </p:txBody>
      </p:sp>
    </p:spTree>
    <p:extLst>
      <p:ext uri="{BB962C8B-B14F-4D97-AF65-F5344CB8AC3E}">
        <p14:creationId xmlns:p14="http://schemas.microsoft.com/office/powerpoint/2010/main" val="119554383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563366-2DF3-4F0C-32B1-5C94A7115398}"/>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85A8BEBB-7B94-A09C-6F87-F3C669E0D3DF}"/>
              </a:ext>
            </a:extLst>
          </p:cNvPr>
          <p:cNvSpPr>
            <a:spLocks noGrp="1"/>
          </p:cNvSpPr>
          <p:nvPr>
            <p:ph type="dt" sz="half" idx="10"/>
          </p:nvPr>
        </p:nvSpPr>
        <p:spPr/>
        <p:txBody>
          <a:bodyPr/>
          <a:lstStyle/>
          <a:p>
            <a:fld id="{F31D8521-EE8D-4880-A569-9A138B3B67CC}" type="datetimeFigureOut">
              <a:rPr lang="en-IN" smtClean="0"/>
              <a:t>03-05-2025</a:t>
            </a:fld>
            <a:endParaRPr lang="en-IN"/>
          </a:p>
        </p:txBody>
      </p:sp>
      <p:sp>
        <p:nvSpPr>
          <p:cNvPr id="4" name="Footer Placeholder 3">
            <a:extLst>
              <a:ext uri="{FF2B5EF4-FFF2-40B4-BE49-F238E27FC236}">
                <a16:creationId xmlns:a16="http://schemas.microsoft.com/office/drawing/2014/main" id="{E7DCD409-9124-B35D-BD04-9D8156C19862}"/>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500EB552-7CE5-2BA7-1273-B1B35E660C79}"/>
              </a:ext>
            </a:extLst>
          </p:cNvPr>
          <p:cNvSpPr>
            <a:spLocks noGrp="1"/>
          </p:cNvSpPr>
          <p:nvPr>
            <p:ph type="sldNum" sz="quarter" idx="12"/>
          </p:nvPr>
        </p:nvSpPr>
        <p:spPr/>
        <p:txBody>
          <a:bodyPr/>
          <a:lstStyle/>
          <a:p>
            <a:fld id="{57C072B1-4834-4309-9162-96433DC06C6F}" type="slidenum">
              <a:rPr lang="en-IN" smtClean="0"/>
              <a:t>‹#›</a:t>
            </a:fld>
            <a:endParaRPr lang="en-IN"/>
          </a:p>
        </p:txBody>
      </p:sp>
    </p:spTree>
    <p:extLst>
      <p:ext uri="{BB962C8B-B14F-4D97-AF65-F5344CB8AC3E}">
        <p14:creationId xmlns:p14="http://schemas.microsoft.com/office/powerpoint/2010/main" val="13842080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A761897-BC90-2037-2F9F-884267E9E0E5}"/>
              </a:ext>
            </a:extLst>
          </p:cNvPr>
          <p:cNvSpPr>
            <a:spLocks noGrp="1"/>
          </p:cNvSpPr>
          <p:nvPr>
            <p:ph type="dt" sz="half" idx="10"/>
          </p:nvPr>
        </p:nvSpPr>
        <p:spPr/>
        <p:txBody>
          <a:bodyPr/>
          <a:lstStyle/>
          <a:p>
            <a:fld id="{F31D8521-EE8D-4880-A569-9A138B3B67CC}" type="datetimeFigureOut">
              <a:rPr lang="en-IN" smtClean="0"/>
              <a:t>03-05-2025</a:t>
            </a:fld>
            <a:endParaRPr lang="en-IN"/>
          </a:p>
        </p:txBody>
      </p:sp>
      <p:sp>
        <p:nvSpPr>
          <p:cNvPr id="3" name="Footer Placeholder 2">
            <a:extLst>
              <a:ext uri="{FF2B5EF4-FFF2-40B4-BE49-F238E27FC236}">
                <a16:creationId xmlns:a16="http://schemas.microsoft.com/office/drawing/2014/main" id="{E389D635-D076-6ACA-B842-97D5E3BD81A8}"/>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4C895327-9283-7A3F-EF49-20F942920F2B}"/>
              </a:ext>
            </a:extLst>
          </p:cNvPr>
          <p:cNvSpPr>
            <a:spLocks noGrp="1"/>
          </p:cNvSpPr>
          <p:nvPr>
            <p:ph type="sldNum" sz="quarter" idx="12"/>
          </p:nvPr>
        </p:nvSpPr>
        <p:spPr/>
        <p:txBody>
          <a:bodyPr/>
          <a:lstStyle/>
          <a:p>
            <a:fld id="{57C072B1-4834-4309-9162-96433DC06C6F}" type="slidenum">
              <a:rPr lang="en-IN" smtClean="0"/>
              <a:t>‹#›</a:t>
            </a:fld>
            <a:endParaRPr lang="en-IN"/>
          </a:p>
        </p:txBody>
      </p:sp>
    </p:spTree>
    <p:extLst>
      <p:ext uri="{BB962C8B-B14F-4D97-AF65-F5344CB8AC3E}">
        <p14:creationId xmlns:p14="http://schemas.microsoft.com/office/powerpoint/2010/main" val="101440990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F2F9AF-8C3E-C7C6-D9F2-A6E734B7698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D4EBD8D4-8D09-BB2C-0D74-BF2C6D1E885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BE2D8219-6A3E-B113-6856-1AE34897F69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CD2FEE9-1533-BB6B-A425-FE5B3EDBE332}"/>
              </a:ext>
            </a:extLst>
          </p:cNvPr>
          <p:cNvSpPr>
            <a:spLocks noGrp="1"/>
          </p:cNvSpPr>
          <p:nvPr>
            <p:ph type="dt" sz="half" idx="10"/>
          </p:nvPr>
        </p:nvSpPr>
        <p:spPr/>
        <p:txBody>
          <a:bodyPr/>
          <a:lstStyle/>
          <a:p>
            <a:fld id="{F31D8521-EE8D-4880-A569-9A138B3B67CC}" type="datetimeFigureOut">
              <a:rPr lang="en-IN" smtClean="0"/>
              <a:t>03-05-2025</a:t>
            </a:fld>
            <a:endParaRPr lang="en-IN"/>
          </a:p>
        </p:txBody>
      </p:sp>
      <p:sp>
        <p:nvSpPr>
          <p:cNvPr id="6" name="Footer Placeholder 5">
            <a:extLst>
              <a:ext uri="{FF2B5EF4-FFF2-40B4-BE49-F238E27FC236}">
                <a16:creationId xmlns:a16="http://schemas.microsoft.com/office/drawing/2014/main" id="{D8AA1436-46CE-38F4-6223-6267C7C4B87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DA49640-82BE-B291-909F-1156D9925E03}"/>
              </a:ext>
            </a:extLst>
          </p:cNvPr>
          <p:cNvSpPr>
            <a:spLocks noGrp="1"/>
          </p:cNvSpPr>
          <p:nvPr>
            <p:ph type="sldNum" sz="quarter" idx="12"/>
          </p:nvPr>
        </p:nvSpPr>
        <p:spPr/>
        <p:txBody>
          <a:bodyPr/>
          <a:lstStyle/>
          <a:p>
            <a:fld id="{57C072B1-4834-4309-9162-96433DC06C6F}" type="slidenum">
              <a:rPr lang="en-IN" smtClean="0"/>
              <a:t>‹#›</a:t>
            </a:fld>
            <a:endParaRPr lang="en-IN"/>
          </a:p>
        </p:txBody>
      </p:sp>
    </p:spTree>
    <p:extLst>
      <p:ext uri="{BB962C8B-B14F-4D97-AF65-F5344CB8AC3E}">
        <p14:creationId xmlns:p14="http://schemas.microsoft.com/office/powerpoint/2010/main" val="132269094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919F48-8ADD-8453-E696-2B8D4C14C53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D26FFD2B-50CC-ECEB-0310-141E8A829C2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E8546410-F50C-1445-72FF-006BC0E3712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FC1C640-BB03-91AB-131C-B7349EBDBD02}"/>
              </a:ext>
            </a:extLst>
          </p:cNvPr>
          <p:cNvSpPr>
            <a:spLocks noGrp="1"/>
          </p:cNvSpPr>
          <p:nvPr>
            <p:ph type="dt" sz="half" idx="10"/>
          </p:nvPr>
        </p:nvSpPr>
        <p:spPr/>
        <p:txBody>
          <a:bodyPr/>
          <a:lstStyle/>
          <a:p>
            <a:fld id="{F31D8521-EE8D-4880-A569-9A138B3B67CC}" type="datetimeFigureOut">
              <a:rPr lang="en-IN" smtClean="0"/>
              <a:t>03-05-2025</a:t>
            </a:fld>
            <a:endParaRPr lang="en-IN"/>
          </a:p>
        </p:txBody>
      </p:sp>
      <p:sp>
        <p:nvSpPr>
          <p:cNvPr id="6" name="Footer Placeholder 5">
            <a:extLst>
              <a:ext uri="{FF2B5EF4-FFF2-40B4-BE49-F238E27FC236}">
                <a16:creationId xmlns:a16="http://schemas.microsoft.com/office/drawing/2014/main" id="{26C8787E-0BD3-D347-9C99-8D2D336DA5D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0AA0F75-51DF-E998-E59A-AC5388F26572}"/>
              </a:ext>
            </a:extLst>
          </p:cNvPr>
          <p:cNvSpPr>
            <a:spLocks noGrp="1"/>
          </p:cNvSpPr>
          <p:nvPr>
            <p:ph type="sldNum" sz="quarter" idx="12"/>
          </p:nvPr>
        </p:nvSpPr>
        <p:spPr/>
        <p:txBody>
          <a:bodyPr/>
          <a:lstStyle/>
          <a:p>
            <a:fld id="{57C072B1-4834-4309-9162-96433DC06C6F}" type="slidenum">
              <a:rPr lang="en-IN" smtClean="0"/>
              <a:t>‹#›</a:t>
            </a:fld>
            <a:endParaRPr lang="en-IN"/>
          </a:p>
        </p:txBody>
      </p:sp>
    </p:spTree>
    <p:extLst>
      <p:ext uri="{BB962C8B-B14F-4D97-AF65-F5344CB8AC3E}">
        <p14:creationId xmlns:p14="http://schemas.microsoft.com/office/powerpoint/2010/main" val="346173397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AAA821-86E5-462B-A1B6-C8AF517AA940}"/>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D14A952A-F59B-BC1C-30DA-8D3A39C3071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37CC7C5-D8AE-C674-66A2-69A6B54E8D8D}"/>
              </a:ext>
            </a:extLst>
          </p:cNvPr>
          <p:cNvSpPr>
            <a:spLocks noGrp="1"/>
          </p:cNvSpPr>
          <p:nvPr>
            <p:ph type="dt" sz="half" idx="10"/>
          </p:nvPr>
        </p:nvSpPr>
        <p:spPr/>
        <p:txBody>
          <a:bodyPr/>
          <a:lstStyle/>
          <a:p>
            <a:fld id="{F31D8521-EE8D-4880-A569-9A138B3B67CC}" type="datetimeFigureOut">
              <a:rPr lang="en-IN" smtClean="0"/>
              <a:t>03-05-2025</a:t>
            </a:fld>
            <a:endParaRPr lang="en-IN"/>
          </a:p>
        </p:txBody>
      </p:sp>
      <p:sp>
        <p:nvSpPr>
          <p:cNvPr id="5" name="Footer Placeholder 4">
            <a:extLst>
              <a:ext uri="{FF2B5EF4-FFF2-40B4-BE49-F238E27FC236}">
                <a16:creationId xmlns:a16="http://schemas.microsoft.com/office/drawing/2014/main" id="{C7342734-7AB3-D8BE-5FE9-03F76295F24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3201FE5-A5CB-BCE2-3CE9-FBFD19CB33B7}"/>
              </a:ext>
            </a:extLst>
          </p:cNvPr>
          <p:cNvSpPr>
            <a:spLocks noGrp="1"/>
          </p:cNvSpPr>
          <p:nvPr>
            <p:ph type="sldNum" sz="quarter" idx="12"/>
          </p:nvPr>
        </p:nvSpPr>
        <p:spPr/>
        <p:txBody>
          <a:bodyPr/>
          <a:lstStyle/>
          <a:p>
            <a:fld id="{57C072B1-4834-4309-9162-96433DC06C6F}" type="slidenum">
              <a:rPr lang="en-IN" smtClean="0"/>
              <a:t>‹#›</a:t>
            </a:fld>
            <a:endParaRPr lang="en-IN"/>
          </a:p>
        </p:txBody>
      </p:sp>
    </p:spTree>
    <p:extLst>
      <p:ext uri="{BB962C8B-B14F-4D97-AF65-F5344CB8AC3E}">
        <p14:creationId xmlns:p14="http://schemas.microsoft.com/office/powerpoint/2010/main" val="377076977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5CCEC6A-D9D1-F37B-CC5E-93FBF91985AA}"/>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4D27E349-3DD4-D2E7-E638-DF34D1F1B53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7AB961B-B33B-7F2D-7AC5-672714C69485}"/>
              </a:ext>
            </a:extLst>
          </p:cNvPr>
          <p:cNvSpPr>
            <a:spLocks noGrp="1"/>
          </p:cNvSpPr>
          <p:nvPr>
            <p:ph type="dt" sz="half" idx="10"/>
          </p:nvPr>
        </p:nvSpPr>
        <p:spPr/>
        <p:txBody>
          <a:bodyPr/>
          <a:lstStyle/>
          <a:p>
            <a:fld id="{F31D8521-EE8D-4880-A569-9A138B3B67CC}" type="datetimeFigureOut">
              <a:rPr lang="en-IN" smtClean="0"/>
              <a:t>03-05-2025</a:t>
            </a:fld>
            <a:endParaRPr lang="en-IN"/>
          </a:p>
        </p:txBody>
      </p:sp>
      <p:sp>
        <p:nvSpPr>
          <p:cNvPr id="5" name="Footer Placeholder 4">
            <a:extLst>
              <a:ext uri="{FF2B5EF4-FFF2-40B4-BE49-F238E27FC236}">
                <a16:creationId xmlns:a16="http://schemas.microsoft.com/office/drawing/2014/main" id="{A4C1D23B-CA09-AAFA-9879-D0672D75604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72FF0F5-EEFE-A05A-4295-B1FC49660B48}"/>
              </a:ext>
            </a:extLst>
          </p:cNvPr>
          <p:cNvSpPr>
            <a:spLocks noGrp="1"/>
          </p:cNvSpPr>
          <p:nvPr>
            <p:ph type="sldNum" sz="quarter" idx="12"/>
          </p:nvPr>
        </p:nvSpPr>
        <p:spPr/>
        <p:txBody>
          <a:bodyPr/>
          <a:lstStyle/>
          <a:p>
            <a:fld id="{57C072B1-4834-4309-9162-96433DC06C6F}" type="slidenum">
              <a:rPr lang="en-IN" smtClean="0"/>
              <a:t>‹#›</a:t>
            </a:fld>
            <a:endParaRPr lang="en-IN"/>
          </a:p>
        </p:txBody>
      </p:sp>
    </p:spTree>
    <p:extLst>
      <p:ext uri="{BB962C8B-B14F-4D97-AF65-F5344CB8AC3E}">
        <p14:creationId xmlns:p14="http://schemas.microsoft.com/office/powerpoint/2010/main" val="416335356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9" name="Rectangle 8"/>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ctrTitle"/>
          </p:nvPr>
        </p:nvSpPr>
        <p:spPr>
          <a:xfrm>
            <a:off x="1154955" y="2099733"/>
            <a:ext cx="8825658" cy="2677648"/>
          </a:xfrm>
        </p:spPr>
        <p:txBody>
          <a:bodyPr anchor="b"/>
          <a:lstStyle>
            <a:lvl1pPr>
              <a:defRPr sz="5400"/>
            </a:lvl1pPr>
          </a:lstStyle>
          <a:p>
            <a:r>
              <a:rPr lang="en-US"/>
              <a:t>Click to edit Master title style</a:t>
            </a:r>
            <a:endParaRPr lang="en-US" dirty="0"/>
          </a:p>
        </p:txBody>
      </p:sp>
      <p:sp>
        <p:nvSpPr>
          <p:cNvPr id="3" name="Subtitle 2"/>
          <p:cNvSpPr>
            <a:spLocks noGrp="1"/>
          </p:cNvSpPr>
          <p:nvPr>
            <p:ph type="subTitle" idx="1"/>
          </p:nvPr>
        </p:nvSpPr>
        <p:spPr bwMode="gray">
          <a:xfrm>
            <a:off x="1154955" y="4777380"/>
            <a:ext cx="8825658" cy="861420"/>
          </a:xfrm>
        </p:spPr>
        <p:txBody>
          <a:bodyPr anchor="t"/>
          <a:lstStyle>
            <a:lvl1pPr marL="0" indent="0" algn="l">
              <a:buNone/>
              <a:defRPr cap="all">
                <a:solidFill>
                  <a:schemeClr val="accent1">
                    <a:lumMod val="60000"/>
                    <a:lumOff val="4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bwMode="gray">
          <a:xfrm rot="5400000">
            <a:off x="10158984" y="1792224"/>
            <a:ext cx="990599" cy="304799"/>
          </a:xfrm>
        </p:spPr>
        <p:txBody>
          <a:bodyPr anchor="t"/>
          <a:lstStyle>
            <a:lvl1pPr algn="l">
              <a:defRPr b="0" i="0">
                <a:solidFill>
                  <a:schemeClr val="bg1">
                    <a:alpha val="60000"/>
                  </a:schemeClr>
                </a:solidFill>
              </a:defRPr>
            </a:lvl1pPr>
          </a:lstStyle>
          <a:p>
            <a:fld id="{F31D8521-EE8D-4880-A569-9A138B3B67CC}" type="datetimeFigureOut">
              <a:rPr lang="en-IN" smtClean="0"/>
              <a:t>03-05-2025</a:t>
            </a:fld>
            <a:endParaRPr lang="en-IN"/>
          </a:p>
        </p:txBody>
      </p:sp>
      <p:sp>
        <p:nvSpPr>
          <p:cNvPr id="5" name="Footer Placeholder 4"/>
          <p:cNvSpPr>
            <a:spLocks noGrp="1"/>
          </p:cNvSpPr>
          <p:nvPr>
            <p:ph type="ftr" sz="quarter" idx="11"/>
          </p:nvPr>
        </p:nvSpPr>
        <p:spPr bwMode="gray">
          <a:xfrm rot="5400000">
            <a:off x="8951976" y="3227832"/>
            <a:ext cx="3859795" cy="304801"/>
          </a:xfrm>
        </p:spPr>
        <p:txBody>
          <a:bodyPr/>
          <a:lstStyle>
            <a:lvl1pPr>
              <a:defRPr b="0" i="0">
                <a:solidFill>
                  <a:schemeClr val="bg1">
                    <a:alpha val="60000"/>
                  </a:schemeClr>
                </a:solidFill>
              </a:defRPr>
            </a:lvl1pPr>
          </a:lstStyle>
          <a:p>
            <a:endParaRPr lang="en-IN"/>
          </a:p>
        </p:txBody>
      </p:sp>
      <p:sp>
        <p:nvSpPr>
          <p:cNvPr id="11" name="Rectangle 1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12" name="Slide Number Placeholder 5"/>
          <p:cNvSpPr>
            <a:spLocks noGrp="1"/>
          </p:cNvSpPr>
          <p:nvPr>
            <p:ph type="sldNum" sz="quarter" idx="12"/>
          </p:nvPr>
        </p:nvSpPr>
        <p:spPr>
          <a:xfrm>
            <a:off x="10352540" y="295729"/>
            <a:ext cx="838199" cy="767687"/>
          </a:xfrm>
        </p:spPr>
        <p:txBody>
          <a:bodyPr/>
          <a:lstStyle/>
          <a:p>
            <a:fld id="{57C072B1-4834-4309-9162-96433DC06C6F}" type="slidenum">
              <a:rPr lang="en-IN" smtClean="0"/>
              <a:t>‹#›</a:t>
            </a:fld>
            <a:endParaRPr lang="en-IN"/>
          </a:p>
        </p:txBody>
      </p:sp>
    </p:spTree>
    <p:extLst>
      <p:ext uri="{BB962C8B-B14F-4D97-AF65-F5344CB8AC3E}">
        <p14:creationId xmlns:p14="http://schemas.microsoft.com/office/powerpoint/2010/main" val="360259174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a:xfrm>
            <a:off x="1154954" y="2603500"/>
            <a:ext cx="8825659" cy="34163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31D8521-EE8D-4880-A569-9A138B3B67CC}" type="datetimeFigureOut">
              <a:rPr lang="en-IN" smtClean="0"/>
              <a:t>03-05-2025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7C072B1-4834-4309-9162-96433DC06C6F}" type="slidenum">
              <a:rPr lang="en-IN" smtClean="0"/>
              <a:t>‹#›</a:t>
            </a:fld>
            <a:endParaRPr lang="en-IN"/>
          </a:p>
        </p:txBody>
      </p:sp>
    </p:spTree>
    <p:extLst>
      <p:ext uri="{BB962C8B-B14F-4D97-AF65-F5344CB8AC3E}">
        <p14:creationId xmlns:p14="http://schemas.microsoft.com/office/powerpoint/2010/main" val="384581202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bwMode="gray">
            <a:xfrm>
              <a:off x="7289800" y="402165"/>
              <a:ext cx="44788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5"/>
            <p:cNvSpPr/>
            <p:nvPr/>
          </p:nvSpPr>
          <p:spPr bwMode="gray">
            <a:xfrm rot="16200000">
              <a:off x="3787244"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p:nvPr/>
          </p:nvSpPr>
          <p:spPr bwMode="gray">
            <a:xfrm rot="15922489">
              <a:off x="4698352"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677645"/>
            <a:ext cx="4351025" cy="2283824"/>
          </a:xfrm>
        </p:spPr>
        <p:txBody>
          <a:bodyPr anchor="ctr"/>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895559" y="2677644"/>
            <a:ext cx="3757545" cy="2283824"/>
          </a:xfrm>
        </p:spPr>
        <p:txBody>
          <a:bodyPr anchor="ctr"/>
          <a:lstStyle>
            <a:lvl1pPr marL="0" indent="0" algn="l">
              <a:buNone/>
              <a:defRPr sz="2000" cap="all">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31D8521-EE8D-4880-A569-9A138B3B67CC}" type="datetimeFigureOut">
              <a:rPr lang="en-IN" smtClean="0"/>
              <a:t>03-05-2025</a:t>
            </a:fld>
            <a:endParaRPr lang="en-IN"/>
          </a:p>
        </p:txBody>
      </p:sp>
      <p:sp>
        <p:nvSpPr>
          <p:cNvPr id="5" name="Footer Placeholder 4"/>
          <p:cNvSpPr>
            <a:spLocks noGrp="1"/>
          </p:cNvSpPr>
          <p:nvPr>
            <p:ph type="ftr" sz="quarter" idx="11"/>
          </p:nvPr>
        </p:nvSpPr>
        <p:spPr/>
        <p:txBody>
          <a:bodyPr/>
          <a:lstStyle/>
          <a:p>
            <a:endParaRPr lang="en-IN"/>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57C072B1-4834-4309-9162-96433DC06C6F}" type="slidenum">
              <a:rPr lang="en-IN" smtClean="0"/>
              <a:t>‹#›</a:t>
            </a:fld>
            <a:endParaRPr lang="en-IN"/>
          </a:p>
        </p:txBody>
      </p:sp>
    </p:spTree>
    <p:extLst>
      <p:ext uri="{BB962C8B-B14F-4D97-AF65-F5344CB8AC3E}">
        <p14:creationId xmlns:p14="http://schemas.microsoft.com/office/powerpoint/2010/main" val="304949005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54954" y="2603500"/>
            <a:ext cx="4825158" cy="3416301"/>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08712" y="2603500"/>
            <a:ext cx="4825159" cy="341630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F31D8521-EE8D-4880-A569-9A138B3B67CC}" type="datetimeFigureOut">
              <a:rPr lang="en-IN" smtClean="0"/>
              <a:t>03-05-2025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7C072B1-4834-4309-9162-96433DC06C6F}" type="slidenum">
              <a:rPr lang="en-IN" smtClean="0"/>
              <a:t>‹#›</a:t>
            </a:fld>
            <a:endParaRPr lang="en-IN"/>
          </a:p>
        </p:txBody>
      </p:sp>
    </p:spTree>
    <p:extLst>
      <p:ext uri="{BB962C8B-B14F-4D97-AF65-F5344CB8AC3E}">
        <p14:creationId xmlns:p14="http://schemas.microsoft.com/office/powerpoint/2010/main" val="161694717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54954" y="2603500"/>
            <a:ext cx="4825157"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54954" y="3179762"/>
            <a:ext cx="4825158" cy="2840039"/>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08712" y="2603500"/>
            <a:ext cx="4825159"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08712" y="3179762"/>
            <a:ext cx="4825159" cy="2840039"/>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F31D8521-EE8D-4880-A569-9A138B3B67CC}" type="datetimeFigureOut">
              <a:rPr lang="en-IN" smtClean="0"/>
              <a:t>03-05-2025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57C072B1-4834-4309-9162-96433DC06C6F}" type="slidenum">
              <a:rPr lang="en-IN" smtClean="0"/>
              <a:t>‹#›</a:t>
            </a:fld>
            <a:endParaRPr lang="en-IN"/>
          </a:p>
        </p:txBody>
      </p:sp>
    </p:spTree>
    <p:extLst>
      <p:ext uri="{BB962C8B-B14F-4D97-AF65-F5344CB8AC3E}">
        <p14:creationId xmlns:p14="http://schemas.microsoft.com/office/powerpoint/2010/main" val="148809866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9" name="Title 1"/>
          <p:cNvSpPr>
            <a:spLocks noGrp="1"/>
          </p:cNvSpPr>
          <p:nvPr>
            <p:ph type="title"/>
          </p:nvPr>
        </p:nvSpPr>
        <p:spPr>
          <a:xfrm>
            <a:off x="1154954" y="973668"/>
            <a:ext cx="8761413" cy="706964"/>
          </a:xfrm>
        </p:spPr>
        <p:txBody>
          <a:bodyPr/>
          <a:lstStyle>
            <a:lvl1pPr>
              <a:defRPr/>
            </a:lvl1p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F31D8521-EE8D-4880-A569-9A138B3B67CC}" type="datetimeFigureOut">
              <a:rPr lang="en-IN" smtClean="0"/>
              <a:t>03-05-2025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57C072B1-4834-4309-9162-96433DC06C6F}" type="slidenum">
              <a:rPr lang="en-IN" smtClean="0"/>
              <a:t>‹#›</a:t>
            </a:fld>
            <a:endParaRPr lang="en-IN"/>
          </a:p>
        </p:txBody>
      </p:sp>
    </p:spTree>
    <p:extLst>
      <p:ext uri="{BB962C8B-B14F-4D97-AF65-F5344CB8AC3E}">
        <p14:creationId xmlns:p14="http://schemas.microsoft.com/office/powerpoint/2010/main" val="22952550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31D8521-EE8D-4880-A569-9A138B3B67CC}" type="datetimeFigureOut">
              <a:rPr lang="en-IN" smtClean="0"/>
              <a:t>03-05-2025</a:t>
            </a:fld>
            <a:endParaRPr lang="en-IN"/>
          </a:p>
        </p:txBody>
      </p:sp>
      <p:sp>
        <p:nvSpPr>
          <p:cNvPr id="3" name="Footer Placeholder 2"/>
          <p:cNvSpPr>
            <a:spLocks noGrp="1"/>
          </p:cNvSpPr>
          <p:nvPr>
            <p:ph type="ftr" sz="quarter" idx="11"/>
          </p:nvPr>
        </p:nvSpPr>
        <p:spPr/>
        <p:txBody>
          <a:bodyPr/>
          <a:lstStyle/>
          <a:p>
            <a:endParaRPr lang="en-IN"/>
          </a:p>
        </p:txBody>
      </p:sp>
      <p:sp>
        <p:nvSpPr>
          <p:cNvPr id="7" name="Rectangle 6"/>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4" name="Slide Number Placeholder 3"/>
          <p:cNvSpPr>
            <a:spLocks noGrp="1"/>
          </p:cNvSpPr>
          <p:nvPr>
            <p:ph type="sldNum" sz="quarter" idx="12"/>
          </p:nvPr>
        </p:nvSpPr>
        <p:spPr/>
        <p:txBody>
          <a:bodyPr/>
          <a:lstStyle/>
          <a:p>
            <a:fld id="{57C072B1-4834-4309-9162-96433DC06C6F}" type="slidenum">
              <a:rPr lang="en-IN" smtClean="0"/>
              <a:t>‹#›</a:t>
            </a:fld>
            <a:endParaRPr lang="en-IN"/>
          </a:p>
        </p:txBody>
      </p:sp>
    </p:spTree>
    <p:extLst>
      <p:ext uri="{BB962C8B-B14F-4D97-AF65-F5344CB8AC3E}">
        <p14:creationId xmlns:p14="http://schemas.microsoft.com/office/powerpoint/2010/main" val="393908679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5713412" y="402165"/>
              <a:ext cx="6055253"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8" name="Freeform 5"/>
            <p:cNvSpPr/>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2229377"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295400"/>
            <a:ext cx="2793158" cy="16002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5781146" y="1447800"/>
            <a:ext cx="5190066" cy="45720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bwMode="gray">
          <a:xfrm>
            <a:off x="1154954" y="3129280"/>
            <a:ext cx="2793158" cy="2895599"/>
          </a:xfrm>
        </p:spPr>
        <p:txBody>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F31D8521-EE8D-4880-A569-9A138B3B67CC}" type="datetimeFigureOut">
              <a:rPr lang="en-IN" smtClean="0"/>
              <a:t>03-05-2025</a:t>
            </a:fld>
            <a:endParaRPr lang="en-IN"/>
          </a:p>
        </p:txBody>
      </p:sp>
      <p:sp>
        <p:nvSpPr>
          <p:cNvPr id="6" name="Footer Placeholder 5"/>
          <p:cNvSpPr>
            <a:spLocks noGrp="1"/>
          </p:cNvSpPr>
          <p:nvPr>
            <p:ph type="ftr" sz="quarter" idx="11"/>
          </p:nvPr>
        </p:nvSpPr>
        <p:spPr/>
        <p:txBody>
          <a:bodyPr/>
          <a:lstStyle/>
          <a:p>
            <a:endParaRPr lang="en-IN"/>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57C072B1-4834-4309-9162-96433DC06C6F}" type="slidenum">
              <a:rPr lang="en-IN" smtClean="0"/>
              <a:t>‹#›</a:t>
            </a:fld>
            <a:endParaRPr lang="en-IN"/>
          </a:p>
        </p:txBody>
      </p:sp>
    </p:spTree>
    <p:extLst>
      <p:ext uri="{BB962C8B-B14F-4D97-AF65-F5344CB8AC3E}">
        <p14:creationId xmlns:p14="http://schemas.microsoft.com/office/powerpoint/2010/main" val="342865095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6172200" y="402165"/>
              <a:ext cx="55964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22" name="Freeform 5"/>
            <p:cNvSpPr/>
            <p:nvPr/>
          </p:nvSpPr>
          <p:spPr bwMode="gray">
            <a:xfrm rot="15922489">
              <a:off x="4203594"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32954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693333"/>
            <a:ext cx="3865134" cy="1735667"/>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547870" y="1143000"/>
            <a:ext cx="3227193"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marL="0" lvl="0" indent="0" algn="ctr">
              <a:buNone/>
            </a:pPr>
            <a:r>
              <a:rPr lang="en-US"/>
              <a:t>Click icon to add picture</a:t>
            </a:r>
            <a:endParaRPr lang="en-US" dirty="0"/>
          </a:p>
        </p:txBody>
      </p:sp>
      <p:sp>
        <p:nvSpPr>
          <p:cNvPr id="4" name="Text Placeholder 3"/>
          <p:cNvSpPr>
            <a:spLocks noGrp="1"/>
          </p:cNvSpPr>
          <p:nvPr>
            <p:ph type="body" sz="half" idx="2"/>
          </p:nvPr>
        </p:nvSpPr>
        <p:spPr bwMode="gray">
          <a:xfrm>
            <a:off x="1154954" y="3657600"/>
            <a:ext cx="3859212" cy="1371600"/>
          </a:xfrm>
        </p:spPr>
        <p:txBody>
          <a:bodyPr>
            <a:normAutofit/>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F31D8521-EE8D-4880-A569-9A138B3B67CC}" type="datetimeFigureOut">
              <a:rPr lang="en-IN" smtClean="0"/>
              <a:t>03-05-2025</a:t>
            </a:fld>
            <a:endParaRPr lang="en-IN"/>
          </a:p>
        </p:txBody>
      </p:sp>
      <p:sp>
        <p:nvSpPr>
          <p:cNvPr id="6" name="Footer Placeholder 5"/>
          <p:cNvSpPr>
            <a:spLocks noGrp="1"/>
          </p:cNvSpPr>
          <p:nvPr>
            <p:ph type="ftr" sz="quarter" idx="11"/>
          </p:nvPr>
        </p:nvSpPr>
        <p:spPr/>
        <p:txBody>
          <a:bodyPr/>
          <a:lstStyle/>
          <a:p>
            <a:endParaRPr lang="en-IN"/>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57C072B1-4834-4309-9162-96433DC06C6F}" type="slidenum">
              <a:rPr lang="en-IN" smtClean="0"/>
              <a:t>‹#›</a:t>
            </a:fld>
            <a:endParaRPr lang="en-IN"/>
          </a:p>
        </p:txBody>
      </p:sp>
    </p:spTree>
    <p:extLst>
      <p:ext uri="{BB962C8B-B14F-4D97-AF65-F5344CB8AC3E}">
        <p14:creationId xmlns:p14="http://schemas.microsoft.com/office/powerpoint/2010/main" val="67258997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3" name="Rectangle 12"/>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Freeform 5"/>
            <p:cNvSpPr/>
            <p:nvPr/>
          </p:nvSpPr>
          <p:spPr bwMode="gray">
            <a:xfrm rot="10371525">
              <a:off x="263767" y="443825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1" name="Freeform 5"/>
            <p:cNvSpPr/>
            <p:nvPr/>
          </p:nvSpPr>
          <p:spPr bwMode="gray">
            <a:xfrm rot="10800000">
              <a:off x="459506" y="321130"/>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4969927"/>
            <a:ext cx="8825659"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4" y="685800"/>
            <a:ext cx="8825659" cy="3429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5536665"/>
            <a:ext cx="8825658" cy="493712"/>
          </a:xfrm>
        </p:spPr>
        <p:txBody>
          <a:bodyPr>
            <a:normAutofit/>
          </a:bodyPr>
          <a:lstStyle>
            <a:lvl1pPr marL="0" indent="0">
              <a:buNone/>
              <a:defRPr sz="12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F31D8521-EE8D-4880-A569-9A138B3B67CC}" type="datetimeFigureOut">
              <a:rPr lang="en-IN" smtClean="0"/>
              <a:t>03-05-2025</a:t>
            </a:fld>
            <a:endParaRPr lang="en-IN"/>
          </a:p>
        </p:txBody>
      </p:sp>
      <p:sp>
        <p:nvSpPr>
          <p:cNvPr id="6" name="Footer Placeholder 5"/>
          <p:cNvSpPr>
            <a:spLocks noGrp="1"/>
          </p:cNvSpPr>
          <p:nvPr>
            <p:ph type="ftr" sz="quarter" idx="11"/>
          </p:nvPr>
        </p:nvSpPr>
        <p:spPr/>
        <p:txBody>
          <a:bodyPr/>
          <a:lstStyle/>
          <a:p>
            <a:endParaRPr lang="en-IN"/>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57C072B1-4834-4309-9162-96433DC06C6F}" type="slidenum">
              <a:rPr lang="en-IN" smtClean="0"/>
              <a:t>‹#›</a:t>
            </a:fld>
            <a:endParaRPr lang="en-IN"/>
          </a:p>
        </p:txBody>
      </p:sp>
    </p:spTree>
    <p:extLst>
      <p:ext uri="{BB962C8B-B14F-4D97-AF65-F5344CB8AC3E}">
        <p14:creationId xmlns:p14="http://schemas.microsoft.com/office/powerpoint/2010/main" val="370829955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Freeform 5"/>
            <p:cNvSpPr/>
            <p:nvPr/>
          </p:nvSpPr>
          <p:spPr bwMode="gray">
            <a:xfrm rot="21010068">
              <a:off x="8490951" y="271487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7" name="Freeform 5"/>
            <p:cNvSpPr/>
            <p:nvPr/>
          </p:nvSpPr>
          <p:spPr bwMode="gray">
            <a:xfrm>
              <a:off x="455612" y="2801319"/>
              <a:ext cx="11277600" cy="3602637"/>
            </a:xfrm>
            <a:custGeom>
              <a:avLst/>
              <a:gdLst/>
              <a:ahLst/>
              <a:cxnLst/>
              <a:rect l="l" t="t" r="r" b="b"/>
              <a:pathLst>
                <a:path w="10000" h="7946">
                  <a:moveTo>
                    <a:pt x="0" y="0"/>
                  </a:moveTo>
                  <a:lnTo>
                    <a:pt x="0" y="7945"/>
                  </a:lnTo>
                  <a:lnTo>
                    <a:pt x="10000" y="7946"/>
                  </a:lnTo>
                  <a:lnTo>
                    <a:pt x="10000" y="4"/>
                  </a:lnTo>
                  <a:lnTo>
                    <a:pt x="10000" y="4"/>
                  </a:lnTo>
                  <a:lnTo>
                    <a:pt x="9773" y="91"/>
                  </a:lnTo>
                  <a:lnTo>
                    <a:pt x="9547" y="175"/>
                  </a:lnTo>
                  <a:lnTo>
                    <a:pt x="9320" y="256"/>
                  </a:lnTo>
                  <a:lnTo>
                    <a:pt x="9092" y="326"/>
                  </a:lnTo>
                  <a:lnTo>
                    <a:pt x="8865" y="396"/>
                  </a:lnTo>
                  <a:lnTo>
                    <a:pt x="8637" y="462"/>
                  </a:lnTo>
                  <a:lnTo>
                    <a:pt x="8412" y="518"/>
                  </a:lnTo>
                  <a:lnTo>
                    <a:pt x="8184" y="571"/>
                  </a:lnTo>
                  <a:lnTo>
                    <a:pt x="7957" y="620"/>
                  </a:lnTo>
                  <a:lnTo>
                    <a:pt x="7734" y="662"/>
                  </a:lnTo>
                  <a:lnTo>
                    <a:pt x="7508" y="704"/>
                  </a:lnTo>
                  <a:lnTo>
                    <a:pt x="7285" y="739"/>
                  </a:lnTo>
                  <a:lnTo>
                    <a:pt x="7062" y="767"/>
                  </a:lnTo>
                  <a:lnTo>
                    <a:pt x="6840" y="795"/>
                  </a:lnTo>
                  <a:lnTo>
                    <a:pt x="6620" y="819"/>
                  </a:lnTo>
                  <a:lnTo>
                    <a:pt x="6402" y="837"/>
                  </a:lnTo>
                  <a:lnTo>
                    <a:pt x="6184" y="851"/>
                  </a:lnTo>
                  <a:lnTo>
                    <a:pt x="5968" y="865"/>
                  </a:lnTo>
                  <a:lnTo>
                    <a:pt x="5755" y="872"/>
                  </a:lnTo>
                  <a:lnTo>
                    <a:pt x="5542" y="879"/>
                  </a:lnTo>
                  <a:lnTo>
                    <a:pt x="5332" y="882"/>
                  </a:lnTo>
                  <a:lnTo>
                    <a:pt x="5124" y="879"/>
                  </a:lnTo>
                  <a:lnTo>
                    <a:pt x="4918" y="879"/>
                  </a:lnTo>
                  <a:lnTo>
                    <a:pt x="4714" y="872"/>
                  </a:lnTo>
                  <a:lnTo>
                    <a:pt x="4514" y="861"/>
                  </a:lnTo>
                  <a:lnTo>
                    <a:pt x="4316" y="851"/>
                  </a:lnTo>
                  <a:lnTo>
                    <a:pt x="4122" y="840"/>
                  </a:lnTo>
                  <a:lnTo>
                    <a:pt x="3929" y="823"/>
                  </a:lnTo>
                  <a:lnTo>
                    <a:pt x="3739" y="805"/>
                  </a:lnTo>
                  <a:lnTo>
                    <a:pt x="3553" y="788"/>
                  </a:lnTo>
                  <a:lnTo>
                    <a:pt x="3190" y="742"/>
                  </a:lnTo>
                  <a:lnTo>
                    <a:pt x="2842" y="693"/>
                  </a:lnTo>
                  <a:lnTo>
                    <a:pt x="2508" y="641"/>
                  </a:lnTo>
                  <a:lnTo>
                    <a:pt x="2192" y="585"/>
                  </a:lnTo>
                  <a:lnTo>
                    <a:pt x="1890" y="525"/>
                  </a:lnTo>
                  <a:lnTo>
                    <a:pt x="1610" y="462"/>
                  </a:lnTo>
                  <a:lnTo>
                    <a:pt x="1347" y="399"/>
                  </a:lnTo>
                  <a:lnTo>
                    <a:pt x="1105" y="336"/>
                  </a:lnTo>
                  <a:lnTo>
                    <a:pt x="883" y="277"/>
                  </a:lnTo>
                  <a:lnTo>
                    <a:pt x="686" y="221"/>
                  </a:lnTo>
                  <a:lnTo>
                    <a:pt x="508" y="168"/>
                  </a:lnTo>
                  <a:lnTo>
                    <a:pt x="358" y="123"/>
                  </a:lnTo>
                  <a:lnTo>
                    <a:pt x="232" y="81"/>
                  </a:lnTo>
                  <a:lnTo>
                    <a:pt x="59" y="21"/>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48798" y="1063417"/>
            <a:ext cx="8831816" cy="1372986"/>
          </a:xfrm>
        </p:spPr>
        <p:txBody>
          <a:bodyPr/>
          <a:lstStyle>
            <a:lvl1pPr>
              <a:defRPr sz="4000"/>
            </a:lvl1pPr>
          </a:lstStyle>
          <a:p>
            <a:r>
              <a:rPr lang="en-US"/>
              <a:t>Click to edit Master title style</a:t>
            </a:r>
            <a:endParaRPr lang="en-US" dirty="0"/>
          </a:p>
        </p:txBody>
      </p:sp>
      <p:sp>
        <p:nvSpPr>
          <p:cNvPr id="8" name="Text Placeholder 3"/>
          <p:cNvSpPr>
            <a:spLocks noGrp="1"/>
          </p:cNvSpPr>
          <p:nvPr>
            <p:ph type="body" sz="half" idx="2"/>
          </p:nvPr>
        </p:nvSpPr>
        <p:spPr>
          <a:xfrm>
            <a:off x="1154954" y="3543300"/>
            <a:ext cx="8825659" cy="24765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F31D8521-EE8D-4880-A569-9A138B3B67CC}" type="datetimeFigureOut">
              <a:rPr lang="en-IN" smtClean="0"/>
              <a:t>03-05-2025</a:t>
            </a:fld>
            <a:endParaRPr lang="en-IN"/>
          </a:p>
        </p:txBody>
      </p:sp>
      <p:sp>
        <p:nvSpPr>
          <p:cNvPr id="5" name="Footer Placeholder 4"/>
          <p:cNvSpPr>
            <a:spLocks noGrp="1"/>
          </p:cNvSpPr>
          <p:nvPr>
            <p:ph type="ftr" sz="quarter" idx="11"/>
          </p:nvPr>
        </p:nvSpPr>
        <p:spPr/>
        <p:txBody>
          <a:bodyPr/>
          <a:lstStyle/>
          <a:p>
            <a:endParaRPr lang="en-IN"/>
          </a:p>
        </p:txBody>
      </p:sp>
      <p:sp>
        <p:nvSpPr>
          <p:cNvPr id="13" name="Rectangle 12"/>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57C072B1-4834-4309-9162-96433DC06C6F}" type="slidenum">
              <a:rPr lang="en-IN" smtClean="0"/>
              <a:t>‹#›</a:t>
            </a:fld>
            <a:endParaRPr lang="en-IN"/>
          </a:p>
        </p:txBody>
      </p:sp>
    </p:spTree>
    <p:extLst>
      <p:ext uri="{BB962C8B-B14F-4D97-AF65-F5344CB8AC3E}">
        <p14:creationId xmlns:p14="http://schemas.microsoft.com/office/powerpoint/2010/main" val="32767593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grpSp>
        <p:nvGrpSpPr>
          <p:cNvPr id="3" name="Group 2"/>
          <p:cNvGrpSpPr/>
          <p:nvPr/>
        </p:nvGrpSpPr>
        <p:grpSpPr>
          <a:xfrm>
            <a:off x="0" y="0"/>
            <a:ext cx="12192000" cy="6858000"/>
            <a:chOff x="0" y="0"/>
            <a:chExt cx="12192000" cy="6858000"/>
          </a:xfrm>
        </p:grpSpPr>
        <p:sp>
          <p:nvSpPr>
            <p:cNvPr id="17" name="Rectangle 16"/>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0" name="Oval 19"/>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3" name="Oval 22"/>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4" name="Oval 23"/>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Oval 24"/>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Freeform 5"/>
            <p:cNvSpPr/>
            <p:nvPr/>
          </p:nvSpPr>
          <p:spPr bwMode="gray">
            <a:xfrm rot="21010068">
              <a:off x="8490951" y="41851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8"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16" name="TextBox 15"/>
          <p:cNvSpPr txBox="1"/>
          <p:nvPr/>
        </p:nvSpPr>
        <p:spPr bwMode="gray">
          <a:xfrm>
            <a:off x="881566" y="607336"/>
            <a:ext cx="801912"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13" name="TextBox 12"/>
          <p:cNvSpPr txBox="1"/>
          <p:nvPr/>
        </p:nvSpPr>
        <p:spPr bwMode="gray">
          <a:xfrm>
            <a:off x="9884458" y="2613787"/>
            <a:ext cx="652763"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2" name="Title 1"/>
          <p:cNvSpPr>
            <a:spLocks noGrp="1"/>
          </p:cNvSpPr>
          <p:nvPr>
            <p:ph type="title"/>
          </p:nvPr>
        </p:nvSpPr>
        <p:spPr>
          <a:xfrm>
            <a:off x="1581878" y="982134"/>
            <a:ext cx="8453906" cy="2696632"/>
          </a:xfrm>
        </p:spPr>
        <p:txBody>
          <a:bodyPr/>
          <a:lstStyle>
            <a:lvl1pPr>
              <a:defRPr sz="4000"/>
            </a:lvl1pPr>
          </a:lstStyle>
          <a:p>
            <a:r>
              <a:rPr lang="en-US"/>
              <a:t>Click to edit Master title style</a:t>
            </a:r>
            <a:endParaRPr lang="en-US" dirty="0"/>
          </a:p>
        </p:txBody>
      </p:sp>
      <p:sp>
        <p:nvSpPr>
          <p:cNvPr id="14" name="Text Placeholder 3"/>
          <p:cNvSpPr>
            <a:spLocks noGrp="1"/>
          </p:cNvSpPr>
          <p:nvPr>
            <p:ph type="body" sz="half" idx="13"/>
          </p:nvPr>
        </p:nvSpPr>
        <p:spPr bwMode="gray">
          <a:xfrm>
            <a:off x="1945945" y="3678766"/>
            <a:ext cx="7731219" cy="342174"/>
          </a:xfrm>
        </p:spPr>
        <p:txBody>
          <a:bodyPr anchor="t">
            <a:normAutofit/>
          </a:bodyPr>
          <a:lstStyle>
            <a:lvl1pPr marL="0" indent="0">
              <a:buNone/>
              <a:defRPr lang="en-US" sz="1400" b="0" i="0" kern="1200" cap="small" dirty="0">
                <a:solidFill>
                  <a:schemeClr val="accent1">
                    <a:lumMod val="60000"/>
                    <a:lumOff val="40000"/>
                  </a:schemeClr>
                </a:solidFill>
                <a:latin typeface="+mn-lt"/>
                <a:ea typeface="+mn-ea"/>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0" name="Text Placeholder 3"/>
          <p:cNvSpPr>
            <a:spLocks noGrp="1"/>
          </p:cNvSpPr>
          <p:nvPr>
            <p:ph type="body" sz="half" idx="2"/>
          </p:nvPr>
        </p:nvSpPr>
        <p:spPr>
          <a:xfrm>
            <a:off x="1154954" y="5029199"/>
            <a:ext cx="9244897" cy="997857"/>
          </a:xfrm>
        </p:spPr>
        <p:txBody>
          <a:bodyPr anchor="ct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F31D8521-EE8D-4880-A569-9A138B3B67CC}" type="datetimeFigureOut">
              <a:rPr lang="en-IN" smtClean="0"/>
              <a:t>03-05-2025</a:t>
            </a:fld>
            <a:endParaRPr lang="en-IN"/>
          </a:p>
        </p:txBody>
      </p:sp>
      <p:sp>
        <p:nvSpPr>
          <p:cNvPr id="5" name="Footer Placeholder 4"/>
          <p:cNvSpPr>
            <a:spLocks noGrp="1"/>
          </p:cNvSpPr>
          <p:nvPr>
            <p:ph type="ftr" sz="quarter" idx="11"/>
          </p:nvPr>
        </p:nvSpPr>
        <p:spPr/>
        <p:txBody>
          <a:bodyPr/>
          <a:lstStyle/>
          <a:p>
            <a:endParaRPr lang="en-IN"/>
          </a:p>
        </p:txBody>
      </p:sp>
      <p:sp>
        <p:nvSpPr>
          <p:cNvPr id="19" name="Rectangle 18"/>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57C072B1-4834-4309-9162-96433DC06C6F}" type="slidenum">
              <a:rPr lang="en-IN" smtClean="0"/>
              <a:t>‹#›</a:t>
            </a:fld>
            <a:endParaRPr lang="en-IN"/>
          </a:p>
        </p:txBody>
      </p:sp>
    </p:spTree>
    <p:extLst>
      <p:ext uri="{BB962C8B-B14F-4D97-AF65-F5344CB8AC3E}">
        <p14:creationId xmlns:p14="http://schemas.microsoft.com/office/powerpoint/2010/main" val="3602374994"/>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Freeform 5"/>
            <p:cNvSpPr/>
            <p:nvPr/>
          </p:nvSpPr>
          <p:spPr bwMode="gray">
            <a:xfrm rot="21010068">
              <a:off x="8490951" y="4193583"/>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370667"/>
            <a:ext cx="8825660" cy="1822514"/>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5024967"/>
            <a:ext cx="8825659" cy="860400"/>
          </a:xfrm>
        </p:spPr>
        <p:txBody>
          <a:bodyPr anchor="t"/>
          <a:lstStyle>
            <a:lvl1pPr marL="0" indent="0" algn="l">
              <a:buNone/>
              <a:defRPr sz="2000" cap="none">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31D8521-EE8D-4880-A569-9A138B3B67CC}" type="datetimeFigureOut">
              <a:rPr lang="en-IN" smtClean="0"/>
              <a:t>03-05-2025</a:t>
            </a:fld>
            <a:endParaRPr lang="en-IN"/>
          </a:p>
        </p:txBody>
      </p:sp>
      <p:sp>
        <p:nvSpPr>
          <p:cNvPr id="5" name="Footer Placeholder 4"/>
          <p:cNvSpPr>
            <a:spLocks noGrp="1"/>
          </p:cNvSpPr>
          <p:nvPr>
            <p:ph type="ftr" sz="quarter" idx="11"/>
          </p:nvPr>
        </p:nvSpPr>
        <p:spPr/>
        <p:txBody>
          <a:bodyPr/>
          <a:lstStyle/>
          <a:p>
            <a:endParaRPr lang="en-IN"/>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57C072B1-4834-4309-9162-96433DC06C6F}" type="slidenum">
              <a:rPr lang="en-IN" smtClean="0"/>
              <a:t>‹#›</a:t>
            </a:fld>
            <a:endParaRPr lang="en-IN"/>
          </a:p>
        </p:txBody>
      </p:sp>
    </p:spTree>
    <p:extLst>
      <p:ext uri="{BB962C8B-B14F-4D97-AF65-F5344CB8AC3E}">
        <p14:creationId xmlns:p14="http://schemas.microsoft.com/office/powerpoint/2010/main" val="246873048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2603502"/>
            <a:ext cx="314187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1154953" y="3179764"/>
            <a:ext cx="314187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512721" y="2603500"/>
            <a:ext cx="3147009"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4512721" y="3179763"/>
            <a:ext cx="314700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888135" y="2603501"/>
            <a:ext cx="3145730"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888329" y="3179762"/>
            <a:ext cx="3145536"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440397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77240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F31D8521-EE8D-4880-A569-9A138B3B67CC}" type="datetimeFigureOut">
              <a:rPr lang="en-IN" smtClean="0"/>
              <a:t>03-05-2025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57C072B1-4834-4309-9162-96433DC06C6F}" type="slidenum">
              <a:rPr lang="en-IN" smtClean="0"/>
              <a:t>‹#›</a:t>
            </a:fld>
            <a:endParaRPr lang="en-IN"/>
          </a:p>
        </p:txBody>
      </p:sp>
    </p:spTree>
    <p:extLst>
      <p:ext uri="{BB962C8B-B14F-4D97-AF65-F5344CB8AC3E}">
        <p14:creationId xmlns:p14="http://schemas.microsoft.com/office/powerpoint/2010/main" val="4214932544"/>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4532844"/>
            <a:ext cx="305043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Picture Placeholder 2"/>
          <p:cNvSpPr>
            <a:spLocks noGrp="1" noChangeAspect="1"/>
          </p:cNvSpPr>
          <p:nvPr>
            <p:ph type="pic" idx="15"/>
          </p:nvPr>
        </p:nvSpPr>
        <p:spPr>
          <a:xfrm>
            <a:off x="1334553"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1154954" y="5109106"/>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568865" y="4532844"/>
            <a:ext cx="3050438" cy="576263"/>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1" name="Picture Placeholder 2"/>
          <p:cNvSpPr>
            <a:spLocks noGrp="1" noChangeAspect="1"/>
          </p:cNvSpPr>
          <p:nvPr>
            <p:ph type="pic" idx="21"/>
          </p:nvPr>
        </p:nvSpPr>
        <p:spPr>
          <a:xfrm>
            <a:off x="4748462" y="2603500"/>
            <a:ext cx="2691243"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4570172" y="5109105"/>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982775" y="4532845"/>
            <a:ext cx="3051095"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2" name="Picture Placeholder 2"/>
          <p:cNvSpPr>
            <a:spLocks noGrp="1" noChangeAspect="1"/>
          </p:cNvSpPr>
          <p:nvPr>
            <p:ph type="pic" idx="22"/>
          </p:nvPr>
        </p:nvSpPr>
        <p:spPr>
          <a:xfrm>
            <a:off x="8163031"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982775" y="5109104"/>
            <a:ext cx="3051096"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43" name="Straight Connector 42"/>
          <p:cNvCxnSpPr/>
          <p:nvPr/>
        </p:nvCxnSpPr>
        <p:spPr>
          <a:xfrm>
            <a:off x="440583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44" name="Straight Connector 43"/>
          <p:cNvCxnSpPr/>
          <p:nvPr/>
        </p:nvCxnSpPr>
        <p:spPr>
          <a:xfrm>
            <a:off x="7797802"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F31D8521-EE8D-4880-A569-9A138B3B67CC}" type="datetimeFigureOut">
              <a:rPr lang="en-IN" smtClean="0"/>
              <a:t>03-05-2025</a:t>
            </a:fld>
            <a:endParaRPr lang="en-IN"/>
          </a:p>
        </p:txBody>
      </p:sp>
      <p:sp>
        <p:nvSpPr>
          <p:cNvPr id="8" name="Footer Placeholder 7"/>
          <p:cNvSpPr>
            <a:spLocks noGrp="1"/>
          </p:cNvSpPr>
          <p:nvPr>
            <p:ph type="ftr" sz="quarter" idx="11"/>
          </p:nvPr>
        </p:nvSpPr>
        <p:spPr>
          <a:xfrm>
            <a:off x="561111" y="6391838"/>
            <a:ext cx="3644282" cy="304801"/>
          </a:xfrm>
        </p:spPr>
        <p:txBody>
          <a:bodyPr/>
          <a:lstStyle/>
          <a:p>
            <a:endParaRPr lang="en-IN"/>
          </a:p>
        </p:txBody>
      </p:sp>
      <p:sp>
        <p:nvSpPr>
          <p:cNvPr id="9" name="Slide Number Placeholder 8"/>
          <p:cNvSpPr>
            <a:spLocks noGrp="1"/>
          </p:cNvSpPr>
          <p:nvPr>
            <p:ph type="sldNum" sz="quarter" idx="12"/>
          </p:nvPr>
        </p:nvSpPr>
        <p:spPr/>
        <p:txBody>
          <a:bodyPr/>
          <a:lstStyle/>
          <a:p>
            <a:fld id="{57C072B1-4834-4309-9162-96433DC06C6F}" type="slidenum">
              <a:rPr lang="en-IN" smtClean="0"/>
              <a:t>‹#›</a:t>
            </a:fld>
            <a:endParaRPr lang="en-IN"/>
          </a:p>
        </p:txBody>
      </p:sp>
    </p:spTree>
    <p:extLst>
      <p:ext uri="{BB962C8B-B14F-4D97-AF65-F5344CB8AC3E}">
        <p14:creationId xmlns:p14="http://schemas.microsoft.com/office/powerpoint/2010/main" val="3936103397"/>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1154954" y="2603500"/>
            <a:ext cx="8825659" cy="3416300"/>
          </a:xfrm>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0695439" y="6391838"/>
            <a:ext cx="990599" cy="304799"/>
          </a:xfrm>
        </p:spPr>
        <p:txBody>
          <a:bodyPr/>
          <a:lstStyle/>
          <a:p>
            <a:fld id="{F31D8521-EE8D-4880-A569-9A138B3B67CC}" type="datetimeFigureOut">
              <a:rPr lang="en-IN" smtClean="0"/>
              <a:t>03-05-2025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7C072B1-4834-4309-9162-96433DC06C6F}" type="slidenum">
              <a:rPr lang="en-IN" smtClean="0"/>
              <a:t>‹#›</a:t>
            </a:fld>
            <a:endParaRPr lang="en-IN"/>
          </a:p>
        </p:txBody>
      </p:sp>
    </p:spTree>
    <p:extLst>
      <p:ext uri="{BB962C8B-B14F-4D97-AF65-F5344CB8AC3E}">
        <p14:creationId xmlns:p14="http://schemas.microsoft.com/office/powerpoint/2010/main" val="4102545733"/>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2" name="Rectangle 11"/>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Rectangle 6"/>
            <p:cNvSpPr/>
            <p:nvPr/>
          </p:nvSpPr>
          <p:spPr bwMode="gray">
            <a:xfrm>
              <a:off x="414867" y="402165"/>
              <a:ext cx="6510866"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7" name="Freeform 5"/>
            <p:cNvSpPr/>
            <p:nvPr/>
          </p:nvSpPr>
          <p:spPr bwMode="gray">
            <a:xfrm rot="5101749">
              <a:off x="6294738" y="457773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0" name="Freeform 5"/>
            <p:cNvSpPr/>
            <p:nvPr/>
          </p:nvSpPr>
          <p:spPr bwMode="gray">
            <a:xfrm rot="5400000">
              <a:off x="44492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3"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Vertical Title 1"/>
          <p:cNvSpPr>
            <a:spLocks noGrp="1"/>
          </p:cNvSpPr>
          <p:nvPr>
            <p:ph type="title" orient="vert"/>
          </p:nvPr>
        </p:nvSpPr>
        <p:spPr>
          <a:xfrm>
            <a:off x="8585235" y="1278467"/>
            <a:ext cx="1409965" cy="4748590"/>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1154954" y="1278467"/>
            <a:ext cx="6256025" cy="474859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0653104" y="6391838"/>
            <a:ext cx="992135" cy="304799"/>
          </a:xfrm>
        </p:spPr>
        <p:txBody>
          <a:bodyPr/>
          <a:lstStyle/>
          <a:p>
            <a:fld id="{F31D8521-EE8D-4880-A569-9A138B3B67CC}" type="datetimeFigureOut">
              <a:rPr lang="en-IN" smtClean="0"/>
              <a:t>03-05-2025</a:t>
            </a:fld>
            <a:endParaRPr lang="en-IN"/>
          </a:p>
        </p:txBody>
      </p:sp>
      <p:sp>
        <p:nvSpPr>
          <p:cNvPr id="5" name="Footer Placeholder 4"/>
          <p:cNvSpPr>
            <a:spLocks noGrp="1"/>
          </p:cNvSpPr>
          <p:nvPr>
            <p:ph type="ftr" sz="quarter" idx="11"/>
          </p:nvPr>
        </p:nvSpPr>
        <p:spPr/>
        <p:txBody>
          <a:bodyPr/>
          <a:lstStyle/>
          <a:p>
            <a:endParaRPr lang="en-IN"/>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57C072B1-4834-4309-9162-96433DC06C6F}" type="slidenum">
              <a:rPr lang="en-IN" smtClean="0"/>
              <a:t>‹#›</a:t>
            </a:fld>
            <a:endParaRPr lang="en-IN"/>
          </a:p>
        </p:txBody>
      </p:sp>
    </p:spTree>
    <p:extLst>
      <p:ext uri="{BB962C8B-B14F-4D97-AF65-F5344CB8AC3E}">
        <p14:creationId xmlns:p14="http://schemas.microsoft.com/office/powerpoint/2010/main" val="398050620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slideLayout" Target="../slideLayouts/slideLayout24.xml"/><Relationship Id="rId18" Type="http://schemas.openxmlformats.org/officeDocument/2006/relationships/theme" Target="../theme/theme2.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17" Type="http://schemas.openxmlformats.org/officeDocument/2006/relationships/slideLayout" Target="../slideLayouts/slideLayout28.xml"/><Relationship Id="rId2" Type="http://schemas.openxmlformats.org/officeDocument/2006/relationships/slideLayout" Target="../slideLayouts/slideLayout13.xml"/><Relationship Id="rId16" Type="http://schemas.openxmlformats.org/officeDocument/2006/relationships/slideLayout" Target="../slideLayouts/slideLayout27.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5" Type="http://schemas.openxmlformats.org/officeDocument/2006/relationships/slideLayout" Target="../slideLayouts/slideLayout26.xml"/><Relationship Id="rId10" Type="http://schemas.openxmlformats.org/officeDocument/2006/relationships/slideLayout" Target="../slideLayouts/slideLayout21.xml"/><Relationship Id="rId19" Type="http://schemas.openxmlformats.org/officeDocument/2006/relationships/image" Target="../media/image1.jpeg"/><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slideLayout" Target="../slideLayouts/slideLayout2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8855E88-76E6-A3CD-52C6-2B246E2CB53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0DF87ADA-1EED-EC79-A5D5-E2DA92819EB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4B62D56-C5F2-433C-594D-96097487FDD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31D8521-EE8D-4880-A569-9A138B3B67CC}" type="datetimeFigureOut">
              <a:rPr lang="en-IN" smtClean="0"/>
              <a:t>03-05-2025</a:t>
            </a:fld>
            <a:endParaRPr lang="en-IN"/>
          </a:p>
        </p:txBody>
      </p:sp>
      <p:sp>
        <p:nvSpPr>
          <p:cNvPr id="5" name="Footer Placeholder 4">
            <a:extLst>
              <a:ext uri="{FF2B5EF4-FFF2-40B4-BE49-F238E27FC236}">
                <a16:creationId xmlns:a16="http://schemas.microsoft.com/office/drawing/2014/main" id="{945EE8C8-869E-98CC-6D58-295825C5FCC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19A0C02C-FB37-EA98-89B9-847FDBD823A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7C072B1-4834-4309-9162-96433DC06C6F}" type="slidenum">
              <a:rPr lang="en-IN" smtClean="0"/>
              <a:t>‹#›</a:t>
            </a:fld>
            <a:endParaRPr lang="en-IN"/>
          </a:p>
        </p:txBody>
      </p:sp>
    </p:spTree>
    <p:extLst>
      <p:ext uri="{BB962C8B-B14F-4D97-AF65-F5344CB8AC3E}">
        <p14:creationId xmlns:p14="http://schemas.microsoft.com/office/powerpoint/2010/main" val="3409984899"/>
      </p:ext>
    </p:extLst>
  </p:cSld>
  <p:clrMap bg1="lt1" tx1="dk1" bg2="lt2" tx2="dk2" accent1="accent1" accent2="accent2" accent3="accent3" accent4="accent4" accent5="accent5" accent6="accent6" hlink="hlink" folHlink="folHlink"/>
  <p:sldLayoutIdLst>
    <p:sldLayoutId id="2147483727" r:id="rId1"/>
    <p:sldLayoutId id="2147483728" r:id="rId2"/>
    <p:sldLayoutId id="2147483729" r:id="rId3"/>
    <p:sldLayoutId id="2147483730" r:id="rId4"/>
    <p:sldLayoutId id="2147483731" r:id="rId5"/>
    <p:sldLayoutId id="2147483732" r:id="rId6"/>
    <p:sldLayoutId id="2147483733" r:id="rId7"/>
    <p:sldLayoutId id="2147483734" r:id="rId8"/>
    <p:sldLayoutId id="2147483735" r:id="rId9"/>
    <p:sldLayoutId id="2147483736" r:id="rId10"/>
    <p:sldLayoutId id="2147483737"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7" name="Rectangle 6"/>
            <p:cNvSpPr/>
            <p:nvPr/>
          </p:nvSpPr>
          <p:spPr>
            <a:xfrm>
              <a:off x="0" y="0"/>
              <a:ext cx="12192000" cy="6858000"/>
            </a:xfrm>
            <a:prstGeom prst="rect">
              <a:avLst/>
            </a:prstGeom>
            <a:blipFill>
              <a:blip r:embed="rId19">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12"/>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Freeform 5"/>
            <p:cNvSpPr/>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9" name="Freeform 5"/>
            <p:cNvSpPr/>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4"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Placeholder 1"/>
          <p:cNvSpPr>
            <a:spLocks noGrp="1"/>
          </p:cNvSpPr>
          <p:nvPr>
            <p:ph type="title"/>
          </p:nvPr>
        </p:nvSpPr>
        <p:spPr bwMode="gray">
          <a:xfrm>
            <a:off x="1154954" y="973668"/>
            <a:ext cx="8761413" cy="706964"/>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p:cNvSpPr>
            <a:spLocks noGrp="1"/>
          </p:cNvSpPr>
          <p:nvPr>
            <p:ph type="body" idx="1"/>
          </p:nvPr>
        </p:nvSpPr>
        <p:spPr>
          <a:xfrm>
            <a:off x="1154954" y="2603500"/>
            <a:ext cx="8761413" cy="34163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653104" y="6391838"/>
            <a:ext cx="990599" cy="304799"/>
          </a:xfrm>
          <a:prstGeom prst="rect">
            <a:avLst/>
          </a:prstGeom>
        </p:spPr>
        <p:txBody>
          <a:bodyPr vert="horz" lIns="91440" tIns="45720" rIns="91440" bIns="45720" rtlCol="0" anchor="ctr"/>
          <a:lstStyle>
            <a:lvl1pPr algn="r">
              <a:defRPr sz="1000" b="1" i="0">
                <a:solidFill>
                  <a:schemeClr val="accent1"/>
                </a:solidFill>
              </a:defRPr>
            </a:lvl1pPr>
          </a:lstStyle>
          <a:p>
            <a:fld id="{F31D8521-EE8D-4880-A569-9A138B3B67CC}" type="datetimeFigureOut">
              <a:rPr lang="en-IN" smtClean="0"/>
              <a:t>03-05-2025</a:t>
            </a:fld>
            <a:endParaRPr lang="en-IN"/>
          </a:p>
        </p:txBody>
      </p:sp>
      <p:sp>
        <p:nvSpPr>
          <p:cNvPr id="5" name="Footer Placeholder 4"/>
          <p:cNvSpPr>
            <a:spLocks noGrp="1"/>
          </p:cNvSpPr>
          <p:nvPr>
            <p:ph type="ftr" sz="quarter" idx="3"/>
          </p:nvPr>
        </p:nvSpPr>
        <p:spPr>
          <a:xfrm>
            <a:off x="561110" y="6391838"/>
            <a:ext cx="3859795" cy="304801"/>
          </a:xfrm>
          <a:prstGeom prst="rect">
            <a:avLst/>
          </a:prstGeom>
        </p:spPr>
        <p:txBody>
          <a:bodyPr vert="horz" lIns="91440" tIns="45720" rIns="91440" bIns="45720" rtlCol="0" anchor="ctr"/>
          <a:lstStyle>
            <a:lvl1pPr algn="l">
              <a:defRPr sz="1000" b="1" i="0">
                <a:solidFill>
                  <a:schemeClr val="accent1"/>
                </a:solidFill>
              </a:defRPr>
            </a:lvl1pPr>
          </a:lstStyle>
          <a:p>
            <a:endParaRPr lang="en-IN"/>
          </a:p>
        </p:txBody>
      </p:sp>
      <p:sp>
        <p:nvSpPr>
          <p:cNvPr id="21" name="Rectangle 2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bg1"/>
                </a:solidFill>
              </a:defRPr>
            </a:lvl1pPr>
          </a:lstStyle>
          <a:p>
            <a:fld id="{57C072B1-4834-4309-9162-96433DC06C6F}" type="slidenum">
              <a:rPr lang="en-IN" smtClean="0"/>
              <a:t>‹#›</a:t>
            </a:fld>
            <a:endParaRPr lang="en-IN"/>
          </a:p>
        </p:txBody>
      </p:sp>
    </p:spTree>
    <p:extLst>
      <p:ext uri="{BB962C8B-B14F-4D97-AF65-F5344CB8AC3E}">
        <p14:creationId xmlns:p14="http://schemas.microsoft.com/office/powerpoint/2010/main" val="3149909175"/>
      </p:ext>
    </p:extLst>
  </p:cSld>
  <p:clrMap bg1="lt1" tx1="dk1" bg2="lt2" tx2="dk2" accent1="accent1" accent2="accent2" accent3="accent3" accent4="accent4" accent5="accent5" accent6="accent6" hlink="hlink" folHlink="folHlink"/>
  <p:sldLayoutIdLst>
    <p:sldLayoutId id="2147483739" r:id="rId1"/>
    <p:sldLayoutId id="2147483740" r:id="rId2"/>
    <p:sldLayoutId id="2147483741" r:id="rId3"/>
    <p:sldLayoutId id="2147483742" r:id="rId4"/>
    <p:sldLayoutId id="2147483743" r:id="rId5"/>
    <p:sldLayoutId id="2147483744" r:id="rId6"/>
    <p:sldLayoutId id="2147483745" r:id="rId7"/>
    <p:sldLayoutId id="2147483746" r:id="rId8"/>
    <p:sldLayoutId id="2147483747" r:id="rId9"/>
    <p:sldLayoutId id="2147483748" r:id="rId10"/>
    <p:sldLayoutId id="2147483749" r:id="rId11"/>
    <p:sldLayoutId id="2147483750" r:id="rId12"/>
    <p:sldLayoutId id="2147483751" r:id="rId13"/>
    <p:sldLayoutId id="2147483752" r:id="rId14"/>
    <p:sldLayoutId id="2147483753" r:id="rId15"/>
    <p:sldLayoutId id="2147483754" r:id="rId16"/>
    <p:sldLayoutId id="2147483755" r:id="rId17"/>
  </p:sldLayoutIdLst>
  <p:txStyles>
    <p:titleStyle>
      <a:lvl1pPr algn="l" defTabSz="457200" rtl="0" eaLnBrk="1" latinLnBrk="0" hangingPunct="1">
        <a:spcBef>
          <a:spcPct val="0"/>
        </a:spcBef>
        <a:buNone/>
        <a:defRPr sz="3600" b="0" i="0" kern="1200">
          <a:solidFill>
            <a:schemeClr val="bg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BFC066-AA77-88E7-BE32-4A4C58A2B58B}"/>
              </a:ext>
            </a:extLst>
          </p:cNvPr>
          <p:cNvSpPr>
            <a:spLocks noGrp="1"/>
          </p:cNvSpPr>
          <p:nvPr>
            <p:ph type="ctrTitle"/>
          </p:nvPr>
        </p:nvSpPr>
        <p:spPr>
          <a:xfrm>
            <a:off x="0" y="0"/>
            <a:ext cx="12192000" cy="1655763"/>
          </a:xfrm>
        </p:spPr>
        <p:txBody>
          <a:bodyPr>
            <a:normAutofit/>
          </a:bodyPr>
          <a:lstStyle/>
          <a:p>
            <a:pPr>
              <a:lnSpc>
                <a:spcPct val="100000"/>
              </a:lnSpc>
            </a:pPr>
            <a:r>
              <a:rPr lang="en-IN" sz="3200" dirty="0">
                <a:solidFill>
                  <a:srgbClr val="002060"/>
                </a:solidFill>
                <a:effectLst>
                  <a:outerShdw blurRad="38100" dist="38100" dir="2700000" algn="tl">
                    <a:srgbClr val="000000">
                      <a:alpha val="43137"/>
                    </a:srgbClr>
                  </a:outerShdw>
                </a:effectLst>
              </a:rPr>
              <a:t>SHRI VAISHNAV VIDYAPEETH VISHWAVIDYALAYA, INDORE</a:t>
            </a:r>
            <a:br>
              <a:rPr lang="en-IN" sz="3200" dirty="0">
                <a:solidFill>
                  <a:srgbClr val="002060"/>
                </a:solidFill>
                <a:effectLst>
                  <a:outerShdw blurRad="38100" dist="38100" dir="2700000" algn="tl">
                    <a:srgbClr val="000000">
                      <a:alpha val="43137"/>
                    </a:srgbClr>
                  </a:outerShdw>
                </a:effectLst>
              </a:rPr>
            </a:br>
            <a:br>
              <a:rPr lang="en-IN" sz="1600" dirty="0">
                <a:solidFill>
                  <a:srgbClr val="002060"/>
                </a:solidFill>
                <a:effectLst>
                  <a:outerShdw blurRad="38100" dist="38100" dir="2700000" algn="tl">
                    <a:srgbClr val="000000">
                      <a:alpha val="43137"/>
                    </a:srgbClr>
                  </a:outerShdw>
                </a:effectLst>
              </a:rPr>
            </a:br>
            <a:r>
              <a:rPr lang="en-IN" sz="2400" dirty="0">
                <a:solidFill>
                  <a:srgbClr val="002060"/>
                </a:solidFill>
                <a:effectLst>
                  <a:outerShdw blurRad="38100" dist="38100" dir="2700000" algn="tl">
                    <a:srgbClr val="000000">
                      <a:alpha val="43137"/>
                    </a:srgbClr>
                  </a:outerShdw>
                </a:effectLst>
              </a:rPr>
              <a:t>SHRI VAISHNAV INSTITUTE OF INFORMATION TECHNOLOGY</a:t>
            </a:r>
            <a:endParaRPr lang="en-IN" sz="3200" dirty="0">
              <a:solidFill>
                <a:srgbClr val="002060"/>
              </a:solidFill>
              <a:effectLst>
                <a:outerShdw blurRad="38100" dist="38100" dir="2700000" algn="tl">
                  <a:srgbClr val="000000">
                    <a:alpha val="43137"/>
                  </a:srgbClr>
                </a:outerShdw>
              </a:effectLst>
            </a:endParaRPr>
          </a:p>
        </p:txBody>
      </p:sp>
      <p:sp>
        <p:nvSpPr>
          <p:cNvPr id="3" name="Subtitle 2">
            <a:extLst>
              <a:ext uri="{FF2B5EF4-FFF2-40B4-BE49-F238E27FC236}">
                <a16:creationId xmlns:a16="http://schemas.microsoft.com/office/drawing/2014/main" id="{F7D2C398-003F-0809-0344-2681AFB1201F}"/>
              </a:ext>
            </a:extLst>
          </p:cNvPr>
          <p:cNvSpPr>
            <a:spLocks noGrp="1"/>
          </p:cNvSpPr>
          <p:nvPr>
            <p:ph type="subTitle" idx="1"/>
          </p:nvPr>
        </p:nvSpPr>
        <p:spPr>
          <a:xfrm>
            <a:off x="1524000" y="3602037"/>
            <a:ext cx="9144000" cy="2975743"/>
          </a:xfrm>
        </p:spPr>
        <p:txBody>
          <a:bodyPr>
            <a:normAutofit fontScale="92500" lnSpcReduction="20000"/>
          </a:bodyPr>
          <a:lstStyle/>
          <a:p>
            <a:r>
              <a:rPr lang="en-IN" dirty="0">
                <a:solidFill>
                  <a:srgbClr val="002060"/>
                </a:solidFill>
                <a:effectLst>
                  <a:outerShdw blurRad="38100" dist="38100" dir="2700000" algn="tl">
                    <a:srgbClr val="000000">
                      <a:alpha val="43137"/>
                    </a:srgbClr>
                  </a:outerShdw>
                </a:effectLst>
              </a:rPr>
              <a:t>Internship Presentation 2024 - 25</a:t>
            </a:r>
          </a:p>
          <a:p>
            <a:r>
              <a:rPr lang="en-US" dirty="0">
                <a:solidFill>
                  <a:srgbClr val="002060"/>
                </a:solidFill>
                <a:effectLst>
                  <a:outerShdw blurRad="38100" dist="38100" dir="2700000" algn="tl">
                    <a:srgbClr val="000000">
                      <a:alpha val="43137"/>
                    </a:srgbClr>
                  </a:outerShdw>
                </a:effectLst>
              </a:rPr>
              <a:t>in partial fulfillment of the requirements for the Award of Degree of</a:t>
            </a:r>
          </a:p>
          <a:p>
            <a:r>
              <a:rPr lang="en-US" dirty="0">
                <a:solidFill>
                  <a:srgbClr val="002060"/>
                </a:solidFill>
                <a:effectLst>
                  <a:outerShdw blurRad="38100" dist="38100" dir="2700000" algn="tl">
                    <a:srgbClr val="000000">
                      <a:alpha val="43137"/>
                    </a:srgbClr>
                  </a:outerShdw>
                </a:effectLst>
              </a:rPr>
              <a:t>BACHELOR OF TECHNOLOGY</a:t>
            </a:r>
          </a:p>
          <a:p>
            <a:r>
              <a:rPr lang="en-US" dirty="0">
                <a:solidFill>
                  <a:srgbClr val="002060"/>
                </a:solidFill>
                <a:effectLst>
                  <a:outerShdw blurRad="38100" dist="38100" dir="2700000" algn="tl">
                    <a:srgbClr val="000000">
                      <a:alpha val="43137"/>
                    </a:srgbClr>
                  </a:outerShdw>
                </a:effectLst>
              </a:rPr>
              <a:t>in</a:t>
            </a:r>
          </a:p>
          <a:p>
            <a:r>
              <a:rPr lang="en-US" dirty="0">
                <a:solidFill>
                  <a:srgbClr val="002060"/>
                </a:solidFill>
                <a:effectLst>
                  <a:outerShdw blurRad="38100" dist="38100" dir="2700000" algn="tl">
                    <a:srgbClr val="000000">
                      <a:alpha val="43137"/>
                    </a:srgbClr>
                  </a:outerShdw>
                </a:effectLst>
              </a:rPr>
              <a:t>Computer Science Engineering</a:t>
            </a:r>
          </a:p>
          <a:p>
            <a:r>
              <a:rPr lang="en-US" dirty="0">
                <a:solidFill>
                  <a:srgbClr val="002060"/>
                </a:solidFill>
                <a:effectLst>
                  <a:outerShdw blurRad="38100" dist="38100" dir="2700000" algn="tl">
                    <a:srgbClr val="000000">
                      <a:alpha val="43137"/>
                    </a:srgbClr>
                  </a:outerShdw>
                </a:effectLst>
              </a:rPr>
              <a:t>by</a:t>
            </a:r>
          </a:p>
          <a:p>
            <a:r>
              <a:rPr lang="en-US" dirty="0">
                <a:solidFill>
                  <a:srgbClr val="002060"/>
                </a:solidFill>
                <a:effectLst>
                  <a:outerShdw blurRad="38100" dist="38100" dir="2700000" algn="tl">
                    <a:srgbClr val="000000">
                      <a:alpha val="43137"/>
                    </a:srgbClr>
                  </a:outerShdw>
                </a:effectLst>
              </a:rPr>
              <a:t>Mohammad Shahbaaz</a:t>
            </a:r>
          </a:p>
          <a:p>
            <a:r>
              <a:rPr lang="en-US" dirty="0">
                <a:solidFill>
                  <a:srgbClr val="002060"/>
                </a:solidFill>
                <a:effectLst>
                  <a:outerShdw blurRad="38100" dist="38100" dir="2700000" algn="tl">
                    <a:srgbClr val="000000">
                      <a:alpha val="43137"/>
                    </a:srgbClr>
                  </a:outerShdw>
                </a:effectLst>
              </a:rPr>
              <a:t>21100BTCSFBI09650</a:t>
            </a:r>
          </a:p>
          <a:p>
            <a:endParaRPr lang="en-IN" dirty="0"/>
          </a:p>
        </p:txBody>
      </p:sp>
      <p:pic>
        <p:nvPicPr>
          <p:cNvPr id="4" name="image2.jpg">
            <a:extLst>
              <a:ext uri="{FF2B5EF4-FFF2-40B4-BE49-F238E27FC236}">
                <a16:creationId xmlns:a16="http://schemas.microsoft.com/office/drawing/2014/main" id="{DFCB1D0A-92AD-8CFB-38F3-0B5875872A58}"/>
              </a:ext>
            </a:extLst>
          </p:cNvPr>
          <p:cNvPicPr/>
          <p:nvPr/>
        </p:nvPicPr>
        <p:blipFill>
          <a:blip r:embed="rId2"/>
          <a:srcRect/>
          <a:stretch>
            <a:fillRect/>
          </a:stretch>
        </p:blipFill>
        <p:spPr>
          <a:xfrm>
            <a:off x="5352097" y="1798955"/>
            <a:ext cx="1487805" cy="1630045"/>
          </a:xfrm>
          <a:prstGeom prst="rect">
            <a:avLst/>
          </a:prstGeom>
          <a:ln/>
        </p:spPr>
      </p:pic>
    </p:spTree>
    <p:extLst>
      <p:ext uri="{BB962C8B-B14F-4D97-AF65-F5344CB8AC3E}">
        <p14:creationId xmlns:p14="http://schemas.microsoft.com/office/powerpoint/2010/main" val="42658881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36EC44-489E-4260-9AF9-D112DA8641AD}"/>
              </a:ext>
            </a:extLst>
          </p:cNvPr>
          <p:cNvSpPr>
            <a:spLocks noGrp="1"/>
          </p:cNvSpPr>
          <p:nvPr>
            <p:ph type="title"/>
          </p:nvPr>
        </p:nvSpPr>
        <p:spPr/>
        <p:txBody>
          <a:bodyPr/>
          <a:lstStyle/>
          <a:p>
            <a:r>
              <a:rPr lang="en-IN" dirty="0"/>
              <a:t>Internship Details</a:t>
            </a:r>
          </a:p>
        </p:txBody>
      </p:sp>
      <p:sp>
        <p:nvSpPr>
          <p:cNvPr id="3" name="Content Placeholder 2">
            <a:extLst>
              <a:ext uri="{FF2B5EF4-FFF2-40B4-BE49-F238E27FC236}">
                <a16:creationId xmlns:a16="http://schemas.microsoft.com/office/drawing/2014/main" id="{525FE15E-6ADD-0C70-851A-41776482DCE0}"/>
              </a:ext>
            </a:extLst>
          </p:cNvPr>
          <p:cNvSpPr>
            <a:spLocks noGrp="1"/>
          </p:cNvSpPr>
          <p:nvPr>
            <p:ph idx="1"/>
          </p:nvPr>
        </p:nvSpPr>
        <p:spPr/>
        <p:txBody>
          <a:bodyPr/>
          <a:lstStyle/>
          <a:p>
            <a:pPr>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Name of Industry		       : </a:t>
            </a:r>
            <a:r>
              <a:rPr lang="en-US" dirty="0">
                <a:latin typeface="Times New Roman" panose="02020603050405020304" pitchFamily="18" charset="0"/>
                <a:cs typeface="Times New Roman" panose="02020603050405020304" pitchFamily="18" charset="0"/>
              </a:rPr>
              <a:t>Allsoft Solution private Limited</a:t>
            </a:r>
            <a:endParaRPr lang="en-IN" dirty="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Location				       : Indore		</a:t>
            </a:r>
          </a:p>
          <a:p>
            <a:pPr>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Start Date				       : 24 Jan 2025</a:t>
            </a:r>
          </a:p>
          <a:p>
            <a:pPr>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Ending Date			       : 03 May 2025</a:t>
            </a:r>
          </a:p>
          <a:p>
            <a:pPr>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Duration				       : 14 Week</a:t>
            </a:r>
          </a:p>
          <a:p>
            <a:pPr>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Industry Mentor Name            : Ms. Rinki Gupta	</a:t>
            </a:r>
          </a:p>
          <a:p>
            <a:pPr>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University Mentor Name	       : Prof. Priya Kothari</a:t>
            </a:r>
          </a:p>
          <a:p>
            <a:pPr>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Mode				               : Online				</a:t>
            </a:r>
          </a:p>
        </p:txBody>
      </p:sp>
    </p:spTree>
    <p:extLst>
      <p:ext uri="{BB962C8B-B14F-4D97-AF65-F5344CB8AC3E}">
        <p14:creationId xmlns:p14="http://schemas.microsoft.com/office/powerpoint/2010/main" val="105827096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586034-00B6-8C49-6C00-119CF1370C5E}"/>
              </a:ext>
            </a:extLst>
          </p:cNvPr>
          <p:cNvSpPr>
            <a:spLocks noGrp="1"/>
          </p:cNvSpPr>
          <p:nvPr>
            <p:ph type="title"/>
          </p:nvPr>
        </p:nvSpPr>
        <p:spPr/>
        <p:txBody>
          <a:bodyPr/>
          <a:lstStyle/>
          <a:p>
            <a:r>
              <a:rPr lang="en-IN" dirty="0"/>
              <a:t>Executive Summary</a:t>
            </a:r>
          </a:p>
        </p:txBody>
      </p:sp>
      <p:sp>
        <p:nvSpPr>
          <p:cNvPr id="4" name="Rectangle 1">
            <a:extLst>
              <a:ext uri="{FF2B5EF4-FFF2-40B4-BE49-F238E27FC236}">
                <a16:creationId xmlns:a16="http://schemas.microsoft.com/office/drawing/2014/main" id="{415C9285-8127-917B-A54E-7DCE7975595E}"/>
              </a:ext>
            </a:extLst>
          </p:cNvPr>
          <p:cNvSpPr>
            <a:spLocks noGrp="1" noChangeArrowheads="1"/>
          </p:cNvSpPr>
          <p:nvPr>
            <p:ph idx="1"/>
          </p:nvPr>
        </p:nvSpPr>
        <p:spPr bwMode="auto">
          <a:xfrm>
            <a:off x="838199" y="2437165"/>
            <a:ext cx="9936193" cy="31393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algn="l" defTabSz="914400" rtl="0" eaLnBrk="0" fontAlgn="base" latinLnBrk="0" hangingPunct="0">
              <a:lnSpc>
                <a:spcPct val="100000"/>
              </a:lnSpc>
              <a:spcBef>
                <a:spcPct val="0"/>
              </a:spcBef>
              <a:spcAft>
                <a:spcPct val="0"/>
              </a:spcAft>
              <a:buClr>
                <a:schemeClr val="accent2"/>
              </a:buClr>
              <a:buSzTx/>
              <a:buFont typeface="Wingdings" panose="05000000000000000000" pitchFamily="2" charset="2"/>
              <a:buChar char="Ø"/>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Purpose</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"Build-IT" is a user-friendly platform designed to simplify the PC building process by helping users select compatible components based on their use case, preferences, and budget.</a:t>
            </a:r>
          </a:p>
          <a:p>
            <a:pPr marR="0" lvl="0" algn="l" defTabSz="914400" rtl="0" eaLnBrk="0" fontAlgn="base" latinLnBrk="0" hangingPunct="0">
              <a:lnSpc>
                <a:spcPct val="100000"/>
              </a:lnSpc>
              <a:spcBef>
                <a:spcPct val="0"/>
              </a:spcBef>
              <a:spcAft>
                <a:spcPct val="0"/>
              </a:spcAft>
              <a:buClr>
                <a:schemeClr val="accent2"/>
              </a:buClr>
              <a:buSzTx/>
              <a:buFont typeface="Wingdings" panose="05000000000000000000" pitchFamily="2" charset="2"/>
              <a:buChar char="Ø"/>
              <a:tabLst/>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R="0" lvl="0" algn="l" defTabSz="914400" rtl="0" eaLnBrk="0" fontAlgn="base" latinLnBrk="0" hangingPunct="0">
              <a:lnSpc>
                <a:spcPct val="100000"/>
              </a:lnSpc>
              <a:spcBef>
                <a:spcPct val="0"/>
              </a:spcBef>
              <a:spcAft>
                <a:spcPct val="0"/>
              </a:spcAft>
              <a:buClr>
                <a:schemeClr val="accent2"/>
              </a:buClr>
              <a:buSzTx/>
              <a:buFont typeface="Wingdings" panose="05000000000000000000" pitchFamily="2" charset="2"/>
              <a:buChar char="Ø"/>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Smart Recommendations</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The platform offers real-time compatibility checks, reviews, and price comparisons to guide users in making informed component choices.</a:t>
            </a:r>
          </a:p>
          <a:p>
            <a:pPr marR="0" lvl="0" algn="l" defTabSz="914400" rtl="0" eaLnBrk="0" fontAlgn="base" latinLnBrk="0" hangingPunct="0">
              <a:lnSpc>
                <a:spcPct val="100000"/>
              </a:lnSpc>
              <a:spcBef>
                <a:spcPct val="0"/>
              </a:spcBef>
              <a:spcAft>
                <a:spcPct val="0"/>
              </a:spcAft>
              <a:buClr>
                <a:schemeClr val="accent2"/>
              </a:buClr>
              <a:buSzTx/>
              <a:buFont typeface="Wingdings" panose="05000000000000000000" pitchFamily="2" charset="2"/>
              <a:buChar char="Ø"/>
              <a:tabLst/>
            </a:pPr>
            <a:endPar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R="0" lvl="0" algn="l" defTabSz="914400" rtl="0" eaLnBrk="0" fontAlgn="base" latinLnBrk="0" hangingPunct="0">
              <a:lnSpc>
                <a:spcPct val="100000"/>
              </a:lnSpc>
              <a:spcBef>
                <a:spcPct val="0"/>
              </a:spcBef>
              <a:spcAft>
                <a:spcPct val="0"/>
              </a:spcAft>
              <a:buClr>
                <a:schemeClr val="accent2"/>
              </a:buClr>
              <a:buSzTx/>
              <a:buFont typeface="Wingdings" panose="05000000000000000000" pitchFamily="2" charset="2"/>
              <a:buChar char="Ø"/>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Technologies Used</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Built with modern technologies  </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React</a:t>
            </a: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Tailwind CSS</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Node.js </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ensuring a responsive, scalable, and interactive experience.</a:t>
            </a:r>
          </a:p>
          <a:p>
            <a:pPr marR="0" lvl="0" algn="l" defTabSz="914400" rtl="0" eaLnBrk="0" fontAlgn="base" latinLnBrk="0" hangingPunct="0">
              <a:lnSpc>
                <a:spcPct val="100000"/>
              </a:lnSpc>
              <a:spcBef>
                <a:spcPct val="0"/>
              </a:spcBef>
              <a:spcAft>
                <a:spcPct val="0"/>
              </a:spcAft>
              <a:buClr>
                <a:schemeClr val="accent2"/>
              </a:buClr>
              <a:buSzTx/>
              <a:buFont typeface="Wingdings" panose="05000000000000000000" pitchFamily="2" charset="2"/>
              <a:buChar char="Ø"/>
              <a:tabLst/>
            </a:pPr>
            <a:endPar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R="0" lvl="0" algn="l" defTabSz="914400" rtl="0" eaLnBrk="0" fontAlgn="base" latinLnBrk="0" hangingPunct="0">
              <a:lnSpc>
                <a:spcPct val="100000"/>
              </a:lnSpc>
              <a:spcBef>
                <a:spcPct val="0"/>
              </a:spcBef>
              <a:spcAft>
                <a:spcPct val="0"/>
              </a:spcAft>
              <a:buClr>
                <a:schemeClr val="accent2"/>
              </a:buClr>
              <a:buSzTx/>
              <a:buFont typeface="Wingdings" panose="05000000000000000000" pitchFamily="2" charset="2"/>
              <a:buChar char="Ø"/>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Target Users</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Aimed at both first-time builders and PC enthusiasts, "Build-IT" empowers users to confidently create customized, high-performance PC builds.</a:t>
            </a:r>
          </a:p>
        </p:txBody>
      </p:sp>
    </p:spTree>
    <p:extLst>
      <p:ext uri="{BB962C8B-B14F-4D97-AF65-F5344CB8AC3E}">
        <p14:creationId xmlns:p14="http://schemas.microsoft.com/office/powerpoint/2010/main" val="129625427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81BAC1-F115-F792-8E28-C9680C0AEC7C}"/>
              </a:ext>
            </a:extLst>
          </p:cNvPr>
          <p:cNvSpPr>
            <a:spLocks noGrp="1"/>
          </p:cNvSpPr>
          <p:nvPr>
            <p:ph type="title"/>
          </p:nvPr>
        </p:nvSpPr>
        <p:spPr/>
        <p:txBody>
          <a:bodyPr/>
          <a:lstStyle/>
          <a:p>
            <a:r>
              <a:rPr lang="en-IN" dirty="0"/>
              <a:t>Internship Duties &amp; Responsibilities</a:t>
            </a:r>
          </a:p>
        </p:txBody>
      </p:sp>
      <p:sp>
        <p:nvSpPr>
          <p:cNvPr id="3" name="Content Placeholder 2">
            <a:extLst>
              <a:ext uri="{FF2B5EF4-FFF2-40B4-BE49-F238E27FC236}">
                <a16:creationId xmlns:a16="http://schemas.microsoft.com/office/drawing/2014/main" id="{83D1DE07-FA37-D7BC-E51F-11578B25246F}"/>
              </a:ext>
            </a:extLst>
          </p:cNvPr>
          <p:cNvSpPr>
            <a:spLocks noGrp="1"/>
          </p:cNvSpPr>
          <p:nvPr>
            <p:ph idx="1"/>
          </p:nvPr>
        </p:nvSpPr>
        <p:spPr/>
        <p:txBody>
          <a:bodyPr/>
          <a:lstStyle/>
          <a:p>
            <a:pPr algn="just">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Duties</a:t>
            </a:r>
          </a:p>
          <a:p>
            <a:pPr lvl="1" algn="just">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Develop and Integrate Web Interfaces.</a:t>
            </a:r>
          </a:p>
          <a:p>
            <a:pPr lvl="1" algn="just">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Collaborate on Backend Development.</a:t>
            </a:r>
          </a:p>
          <a:p>
            <a:pPr lvl="1" algn="just">
              <a:buFont typeface="Wingdings" panose="05000000000000000000" pitchFamily="2" charset="2"/>
              <a:buChar char="Ø"/>
            </a:pPr>
            <a:endParaRPr lang="en-IN" dirty="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Project Details</a:t>
            </a:r>
          </a:p>
          <a:p>
            <a:pPr lvl="1" algn="just">
              <a:buFont typeface="Wingdings" panose="05000000000000000000" pitchFamily="2" charset="2"/>
              <a:buChar char="Ø"/>
            </a:pPr>
            <a:r>
              <a:rPr lang="en-US" b="1" dirty="0">
                <a:latin typeface="Times New Roman" panose="02020603050405020304" pitchFamily="18" charset="0"/>
                <a:cs typeface="Times New Roman" panose="02020603050405020304" pitchFamily="18" charset="0"/>
              </a:rPr>
              <a:t>Build-IT</a:t>
            </a:r>
            <a:r>
              <a:rPr lang="en-US" dirty="0">
                <a:latin typeface="Times New Roman" panose="02020603050405020304" pitchFamily="18" charset="0"/>
                <a:cs typeface="Times New Roman" panose="02020603050405020304" pitchFamily="18" charset="0"/>
              </a:rPr>
              <a:t> is a user-friendly web platform that helps users create custom PC builds by providing smart component recommendations, real-time compatibility checks  — perfect for both beginners and enthusiasts.</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8179852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C1C6EF-6CCF-8419-43D5-C10A7B739209}"/>
              </a:ext>
            </a:extLst>
          </p:cNvPr>
          <p:cNvSpPr>
            <a:spLocks noGrp="1"/>
          </p:cNvSpPr>
          <p:nvPr>
            <p:ph type="title"/>
          </p:nvPr>
        </p:nvSpPr>
        <p:spPr/>
        <p:txBody>
          <a:bodyPr/>
          <a:lstStyle/>
          <a:p>
            <a:r>
              <a:rPr lang="en-IN" dirty="0"/>
              <a:t>Learning Experience</a:t>
            </a:r>
          </a:p>
        </p:txBody>
      </p:sp>
      <p:sp>
        <p:nvSpPr>
          <p:cNvPr id="3" name="Content Placeholder 2">
            <a:extLst>
              <a:ext uri="{FF2B5EF4-FFF2-40B4-BE49-F238E27FC236}">
                <a16:creationId xmlns:a16="http://schemas.microsoft.com/office/drawing/2014/main" id="{7FBB59E2-8A53-4E94-0F1F-A1CD67DD942A}"/>
              </a:ext>
            </a:extLst>
          </p:cNvPr>
          <p:cNvSpPr>
            <a:spLocks noGrp="1"/>
          </p:cNvSpPr>
          <p:nvPr>
            <p:ph idx="1"/>
          </p:nvPr>
        </p:nvSpPr>
        <p:spPr>
          <a:xfrm>
            <a:off x="1154954" y="2603500"/>
            <a:ext cx="8825659" cy="4121150"/>
          </a:xfrm>
        </p:spPr>
        <p:txBody>
          <a:bodyPr/>
          <a:lstStyle/>
          <a:p>
            <a:pPr algn="just">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Knowledge Acquired</a:t>
            </a:r>
          </a:p>
          <a:p>
            <a:pPr lvl="1" algn="just">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Built the </a:t>
            </a:r>
            <a:r>
              <a:rPr lang="en-US" b="1" dirty="0">
                <a:latin typeface="Times New Roman" panose="02020603050405020304" pitchFamily="18" charset="0"/>
                <a:cs typeface="Times New Roman" panose="02020603050405020304" pitchFamily="18" charset="0"/>
              </a:rPr>
              <a:t>Build-IT</a:t>
            </a:r>
            <a:r>
              <a:rPr lang="en-US" dirty="0">
                <a:latin typeface="Times New Roman" panose="02020603050405020304" pitchFamily="18" charset="0"/>
                <a:cs typeface="Times New Roman" panose="02020603050405020304" pitchFamily="18" charset="0"/>
              </a:rPr>
              <a:t> platform during internship, gaining experience in </a:t>
            </a:r>
            <a:r>
              <a:rPr lang="en-US" b="1" dirty="0">
                <a:latin typeface="Times New Roman" panose="02020603050405020304" pitchFamily="18" charset="0"/>
                <a:cs typeface="Times New Roman" panose="02020603050405020304" pitchFamily="18" charset="0"/>
              </a:rPr>
              <a:t>React</a:t>
            </a:r>
            <a:r>
              <a:rPr lang="en-US"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API integration</a:t>
            </a:r>
            <a:r>
              <a:rPr lang="en-US" dirty="0">
                <a:latin typeface="Times New Roman" panose="02020603050405020304" pitchFamily="18" charset="0"/>
                <a:cs typeface="Times New Roman" panose="02020603050405020304" pitchFamily="18" charset="0"/>
              </a:rPr>
              <a:t>, and </a:t>
            </a:r>
            <a:r>
              <a:rPr lang="en-US" b="1" dirty="0">
                <a:latin typeface="Times New Roman" panose="02020603050405020304" pitchFamily="18" charset="0"/>
                <a:cs typeface="Times New Roman" panose="02020603050405020304" pitchFamily="18" charset="0"/>
              </a:rPr>
              <a:t>UI/UX optimization</a:t>
            </a:r>
            <a:r>
              <a:rPr lang="en-US" dirty="0">
                <a:latin typeface="Times New Roman" panose="02020603050405020304" pitchFamily="18" charset="0"/>
                <a:cs typeface="Times New Roman" panose="02020603050405020304" pitchFamily="18" charset="0"/>
              </a:rPr>
              <a:t>.</a:t>
            </a:r>
            <a:endParaRPr lang="en-IN" dirty="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Observed Attitudes and Values Gained</a:t>
            </a:r>
          </a:p>
          <a:p>
            <a:pPr lvl="1" algn="just">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Professional communication</a:t>
            </a:r>
          </a:p>
          <a:p>
            <a:pPr lvl="1" algn="just">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Taking criticism </a:t>
            </a:r>
          </a:p>
          <a:p>
            <a:pPr lvl="1" algn="just">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Leadership, confidence, and responsibility </a:t>
            </a:r>
            <a:endParaRPr lang="en-US" dirty="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The most challenging task performed</a:t>
            </a:r>
          </a:p>
          <a:p>
            <a:pPr lvl="1" algn="just">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The most challenging task during the development of the </a:t>
            </a:r>
            <a:r>
              <a:rPr lang="en-US" b="1" dirty="0">
                <a:latin typeface="Times New Roman" panose="02020603050405020304" pitchFamily="18" charset="0"/>
                <a:cs typeface="Times New Roman" panose="02020603050405020304" pitchFamily="18" charset="0"/>
              </a:rPr>
              <a:t>Build-IT</a:t>
            </a:r>
            <a:r>
              <a:rPr lang="en-US" dirty="0">
                <a:latin typeface="Times New Roman" panose="02020603050405020304" pitchFamily="18" charset="0"/>
                <a:cs typeface="Times New Roman" panose="02020603050405020304" pitchFamily="18" charset="0"/>
              </a:rPr>
              <a:t> project was implementing an efficient filtering system to help users find compatible PC components based on their preferences.</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1044906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D8A23A-A11C-FB96-0361-7574F62603B6}"/>
              </a:ext>
            </a:extLst>
          </p:cNvPr>
          <p:cNvSpPr>
            <a:spLocks noGrp="1"/>
          </p:cNvSpPr>
          <p:nvPr>
            <p:ph type="title"/>
          </p:nvPr>
        </p:nvSpPr>
        <p:spPr/>
        <p:txBody>
          <a:bodyPr/>
          <a:lstStyle/>
          <a:p>
            <a:r>
              <a:rPr lang="en-IN" dirty="0"/>
              <a:t>SWOT Analysis</a:t>
            </a:r>
          </a:p>
        </p:txBody>
      </p:sp>
      <p:sp>
        <p:nvSpPr>
          <p:cNvPr id="3" name="Content Placeholder 2">
            <a:extLst>
              <a:ext uri="{FF2B5EF4-FFF2-40B4-BE49-F238E27FC236}">
                <a16:creationId xmlns:a16="http://schemas.microsoft.com/office/drawing/2014/main" id="{D38BD9D4-685E-16FD-A9F6-F69D20304181}"/>
              </a:ext>
            </a:extLst>
          </p:cNvPr>
          <p:cNvSpPr>
            <a:spLocks noGrp="1"/>
          </p:cNvSpPr>
          <p:nvPr>
            <p:ph idx="1"/>
          </p:nvPr>
        </p:nvSpPr>
        <p:spPr>
          <a:xfrm>
            <a:off x="1154954" y="2127250"/>
            <a:ext cx="8825659" cy="4568826"/>
          </a:xfrm>
        </p:spPr>
        <p:txBody>
          <a:bodyPr>
            <a:normAutofit/>
          </a:bodyPr>
          <a:lstStyle/>
          <a:p>
            <a:pPr algn="just">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Strengths</a:t>
            </a:r>
          </a:p>
          <a:p>
            <a:pPr lvl="1" algn="just">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A positive, growth-focused environment with open communication and user-centric project development enhances team efficiency and collaboration.</a:t>
            </a:r>
            <a:endParaRPr lang="en-IN" dirty="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Weakness</a:t>
            </a:r>
          </a:p>
          <a:p>
            <a:pPr lvl="1" algn="just">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The small team size limits project acquisition, and higher authority manages multiple responsibilities. Interns used personal laptops, and despite years in the market, the organization has not grown significantly.</a:t>
            </a:r>
            <a:endParaRPr lang="en-IN" dirty="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Opportunities</a:t>
            </a:r>
          </a:p>
          <a:p>
            <a:pPr lvl="1" algn="just">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The organization has diversified from telecom to IT, expanding its product line and training employees on emerging technologies to stay competitive.</a:t>
            </a:r>
            <a:endParaRPr lang="en-IN" dirty="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Threats</a:t>
            </a:r>
          </a:p>
          <a:p>
            <a:pPr lvl="1" algn="just">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Relying on personal systems for interns and new employees poses security risks, while competition from larger companies makes it harder to secure good projects. Employee turnover after gaining experience also threatens productivity.</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693201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0213BB-473A-30F5-AEA7-0ADA6970BE48}"/>
              </a:ext>
            </a:extLst>
          </p:cNvPr>
          <p:cNvSpPr>
            <a:spLocks noGrp="1"/>
          </p:cNvSpPr>
          <p:nvPr>
            <p:ph type="title"/>
          </p:nvPr>
        </p:nvSpPr>
        <p:spPr/>
        <p:txBody>
          <a:bodyPr/>
          <a:lstStyle/>
          <a:p>
            <a:r>
              <a:rPr lang="en-IN" dirty="0"/>
              <a:t>Conclusion</a:t>
            </a:r>
          </a:p>
        </p:txBody>
      </p:sp>
      <p:sp>
        <p:nvSpPr>
          <p:cNvPr id="5" name="Rectangle 2">
            <a:extLst>
              <a:ext uri="{FF2B5EF4-FFF2-40B4-BE49-F238E27FC236}">
                <a16:creationId xmlns:a16="http://schemas.microsoft.com/office/drawing/2014/main" id="{131221F8-B451-F0A0-A02F-5026F13E6400}"/>
              </a:ext>
            </a:extLst>
          </p:cNvPr>
          <p:cNvSpPr>
            <a:spLocks noGrp="1" noChangeArrowheads="1"/>
          </p:cNvSpPr>
          <p:nvPr>
            <p:ph idx="1"/>
          </p:nvPr>
        </p:nvSpPr>
        <p:spPr bwMode="auto">
          <a:xfrm>
            <a:off x="1154954" y="2464993"/>
            <a:ext cx="9694021" cy="36933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algn="l" defTabSz="914400" rtl="0" eaLnBrk="0" fontAlgn="base" latinLnBrk="0" hangingPunct="0">
              <a:lnSpc>
                <a:spcPct val="100000"/>
              </a:lnSpc>
              <a:spcBef>
                <a:spcPct val="0"/>
              </a:spcBef>
              <a:spcAft>
                <a:spcPct val="0"/>
              </a:spcAft>
              <a:buClr>
                <a:schemeClr val="accent2"/>
              </a:buClr>
              <a:buSzTx/>
              <a:buFont typeface="Wingdings" panose="05000000000000000000" pitchFamily="2" charset="2"/>
              <a:buChar char="Ø"/>
              <a:tabLst/>
            </a:pPr>
            <a:r>
              <a:rPr kumimoji="0" lang="en-US" altLang="en-US" sz="1800" b="0" i="0" u="none" strike="noStrike" cap="none" normalizeH="0" baseline="0" dirty="0">
                <a:ln>
                  <a:noFill/>
                </a:ln>
                <a:solidFill>
                  <a:schemeClr val="tx1"/>
                </a:solidFill>
                <a:effectLst/>
                <a:latin typeface="Arial" panose="020B0604020202020204" pitchFamily="34" charset="0"/>
              </a:rPr>
              <a:t>Gained hands-on experience in full-stack web development using modern technologies.</a:t>
            </a:r>
          </a:p>
          <a:p>
            <a:pPr marR="0" lvl="0" algn="l" defTabSz="914400" rtl="0" eaLnBrk="0" fontAlgn="base" latinLnBrk="0" hangingPunct="0">
              <a:lnSpc>
                <a:spcPct val="100000"/>
              </a:lnSpc>
              <a:spcBef>
                <a:spcPct val="0"/>
              </a:spcBef>
              <a:spcAft>
                <a:spcPct val="0"/>
              </a:spcAft>
              <a:buClr>
                <a:schemeClr val="accent2"/>
              </a:buClr>
              <a:buSzTx/>
              <a:buFont typeface="Wingdings" panose="05000000000000000000" pitchFamily="2" charset="2"/>
              <a:buChar char="Ø"/>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R="0" lvl="0" algn="l" defTabSz="914400" rtl="0" eaLnBrk="0" fontAlgn="base" latinLnBrk="0" hangingPunct="0">
              <a:lnSpc>
                <a:spcPct val="100000"/>
              </a:lnSpc>
              <a:spcBef>
                <a:spcPct val="0"/>
              </a:spcBef>
              <a:spcAft>
                <a:spcPct val="0"/>
              </a:spcAft>
              <a:buClr>
                <a:schemeClr val="accent2"/>
              </a:buClr>
              <a:buSzTx/>
              <a:buFont typeface="Wingdings" panose="05000000000000000000" pitchFamily="2" charset="2"/>
              <a:buChar char="Ø"/>
              <a:tabLst/>
            </a:pPr>
            <a:r>
              <a:rPr kumimoji="0" lang="en-US" altLang="en-US" sz="1800" b="0" i="0" u="none" strike="noStrike" cap="none" normalizeH="0" baseline="0" dirty="0">
                <a:ln>
                  <a:noFill/>
                </a:ln>
                <a:solidFill>
                  <a:schemeClr val="tx1"/>
                </a:solidFill>
                <a:effectLst/>
                <a:latin typeface="Arial" panose="020B0604020202020204" pitchFamily="34" charset="0"/>
              </a:rPr>
              <a:t>Improved skills in UI/UX design, responsiveness, and performance optimization.</a:t>
            </a:r>
          </a:p>
          <a:p>
            <a:pPr marR="0" lvl="0" algn="l" defTabSz="914400" rtl="0" eaLnBrk="0" fontAlgn="base" latinLnBrk="0" hangingPunct="0">
              <a:lnSpc>
                <a:spcPct val="100000"/>
              </a:lnSpc>
              <a:spcBef>
                <a:spcPct val="0"/>
              </a:spcBef>
              <a:spcAft>
                <a:spcPct val="0"/>
              </a:spcAft>
              <a:buClr>
                <a:schemeClr val="accent2"/>
              </a:buClr>
              <a:buSzTx/>
              <a:buFont typeface="Wingdings" panose="05000000000000000000" pitchFamily="2" charset="2"/>
              <a:buChar char="Ø"/>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R="0" lvl="0" algn="l" defTabSz="914400" rtl="0" eaLnBrk="0" fontAlgn="base" latinLnBrk="0" hangingPunct="0">
              <a:lnSpc>
                <a:spcPct val="100000"/>
              </a:lnSpc>
              <a:spcBef>
                <a:spcPct val="0"/>
              </a:spcBef>
              <a:spcAft>
                <a:spcPct val="0"/>
              </a:spcAft>
              <a:buClr>
                <a:schemeClr val="accent2"/>
              </a:buClr>
              <a:buSzTx/>
              <a:buFont typeface="Wingdings" panose="05000000000000000000" pitchFamily="2" charset="2"/>
              <a:buChar char="Ø"/>
              <a:tabLst/>
            </a:pPr>
            <a:r>
              <a:rPr kumimoji="0" lang="en-US" altLang="en-US" sz="1800" b="0" i="0" u="none" strike="noStrike" cap="none" normalizeH="0" baseline="0" dirty="0">
                <a:ln>
                  <a:noFill/>
                </a:ln>
                <a:solidFill>
                  <a:schemeClr val="tx1"/>
                </a:solidFill>
                <a:effectLst/>
                <a:latin typeface="Arial" panose="020B0604020202020204" pitchFamily="34" charset="0"/>
              </a:rPr>
              <a:t>Learned backend structuring and handling real-time data efficiently.</a:t>
            </a:r>
          </a:p>
          <a:p>
            <a:pPr marR="0" lvl="0" algn="l" defTabSz="914400" rtl="0" eaLnBrk="0" fontAlgn="base" latinLnBrk="0" hangingPunct="0">
              <a:lnSpc>
                <a:spcPct val="100000"/>
              </a:lnSpc>
              <a:spcBef>
                <a:spcPct val="0"/>
              </a:spcBef>
              <a:spcAft>
                <a:spcPct val="0"/>
              </a:spcAft>
              <a:buClr>
                <a:schemeClr val="accent2"/>
              </a:buClr>
              <a:buSzTx/>
              <a:buFont typeface="Wingdings" panose="05000000000000000000" pitchFamily="2" charset="2"/>
              <a:buChar char="Ø"/>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R="0" lvl="0" algn="l" defTabSz="914400" rtl="0" eaLnBrk="0" fontAlgn="base" latinLnBrk="0" hangingPunct="0">
              <a:lnSpc>
                <a:spcPct val="100000"/>
              </a:lnSpc>
              <a:spcBef>
                <a:spcPct val="0"/>
              </a:spcBef>
              <a:spcAft>
                <a:spcPct val="0"/>
              </a:spcAft>
              <a:buClr>
                <a:schemeClr val="accent2"/>
              </a:buClr>
              <a:buSzTx/>
              <a:buFont typeface="Wingdings" panose="05000000000000000000" pitchFamily="2" charset="2"/>
              <a:buChar char="Ø"/>
              <a:tabLst/>
            </a:pPr>
            <a:r>
              <a:rPr kumimoji="0" lang="en-US" altLang="en-US" sz="1800" b="0" i="0" u="none" strike="noStrike" cap="none" normalizeH="0" baseline="0" dirty="0">
                <a:ln>
                  <a:noFill/>
                </a:ln>
                <a:solidFill>
                  <a:schemeClr val="tx1"/>
                </a:solidFill>
                <a:effectLst/>
                <a:latin typeface="Arial" panose="020B0604020202020204" pitchFamily="34" charset="0"/>
              </a:rPr>
              <a:t>Overcame challenges through testing, problem-solving, and team collaboration.</a:t>
            </a:r>
          </a:p>
          <a:p>
            <a:pPr marR="0" lvl="0" algn="l" defTabSz="914400" rtl="0" eaLnBrk="0" fontAlgn="base" latinLnBrk="0" hangingPunct="0">
              <a:lnSpc>
                <a:spcPct val="100000"/>
              </a:lnSpc>
              <a:spcBef>
                <a:spcPct val="0"/>
              </a:spcBef>
              <a:spcAft>
                <a:spcPct val="0"/>
              </a:spcAft>
              <a:buClr>
                <a:schemeClr val="accent2"/>
              </a:buClr>
              <a:buSzTx/>
              <a:buFont typeface="Wingdings" panose="05000000000000000000" pitchFamily="2" charset="2"/>
              <a:buChar char="Ø"/>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R="0" lvl="0" algn="l" defTabSz="914400" rtl="0" eaLnBrk="0" fontAlgn="base" latinLnBrk="0" hangingPunct="0">
              <a:lnSpc>
                <a:spcPct val="100000"/>
              </a:lnSpc>
              <a:spcBef>
                <a:spcPct val="0"/>
              </a:spcBef>
              <a:spcAft>
                <a:spcPct val="0"/>
              </a:spcAft>
              <a:buClr>
                <a:schemeClr val="accent2"/>
              </a:buClr>
              <a:buSzTx/>
              <a:buFont typeface="Wingdings" panose="05000000000000000000" pitchFamily="2" charset="2"/>
              <a:buChar char="Ø"/>
              <a:tabLst/>
            </a:pPr>
            <a:r>
              <a:rPr kumimoji="0" lang="en-US" altLang="en-US" sz="1800" b="0" i="0" u="none" strike="noStrike" cap="none" normalizeH="0" baseline="0" dirty="0">
                <a:ln>
                  <a:noFill/>
                </a:ln>
                <a:solidFill>
                  <a:schemeClr val="tx1"/>
                </a:solidFill>
                <a:effectLst/>
                <a:latin typeface="Arial" panose="020B0604020202020204" pitchFamily="34" charset="0"/>
              </a:rPr>
              <a:t>Developed professionalism, adaptability, and critical thinking during the internship.</a:t>
            </a:r>
          </a:p>
          <a:p>
            <a:pPr marR="0" lvl="0" algn="l" defTabSz="914400" rtl="0" eaLnBrk="0" fontAlgn="base" latinLnBrk="0" hangingPunct="0">
              <a:lnSpc>
                <a:spcPct val="100000"/>
              </a:lnSpc>
              <a:spcBef>
                <a:spcPct val="0"/>
              </a:spcBef>
              <a:spcAft>
                <a:spcPct val="0"/>
              </a:spcAft>
              <a:buClr>
                <a:schemeClr val="accent2"/>
              </a:buClr>
              <a:buSzTx/>
              <a:buFont typeface="Wingdings" panose="05000000000000000000" pitchFamily="2" charset="2"/>
              <a:buChar char="Ø"/>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R="0" lvl="0" algn="l" defTabSz="914400" rtl="0" eaLnBrk="0" fontAlgn="base" latinLnBrk="0" hangingPunct="0">
              <a:lnSpc>
                <a:spcPct val="100000"/>
              </a:lnSpc>
              <a:spcBef>
                <a:spcPct val="0"/>
              </a:spcBef>
              <a:spcAft>
                <a:spcPct val="0"/>
              </a:spcAft>
              <a:buClr>
                <a:schemeClr val="accent2"/>
              </a:buClr>
              <a:buSzTx/>
              <a:buFont typeface="Wingdings" panose="05000000000000000000" pitchFamily="2" charset="2"/>
              <a:buChar char="Ø"/>
              <a:tabLst/>
            </a:pPr>
            <a:r>
              <a:rPr kumimoji="0" lang="en-US" altLang="en-US" sz="1800" b="0" i="0" u="none" strike="noStrike" cap="none" normalizeH="0" baseline="0" dirty="0">
                <a:ln>
                  <a:noFill/>
                </a:ln>
                <a:solidFill>
                  <a:schemeClr val="tx1"/>
                </a:solidFill>
                <a:effectLst/>
                <a:latin typeface="Arial" panose="020B0604020202020204" pitchFamily="34" charset="0"/>
              </a:rPr>
              <a:t>Understood importance of user-centric design and intuitive feature implementation.</a:t>
            </a:r>
          </a:p>
          <a:p>
            <a:pPr marR="0" lvl="0" algn="l" defTabSz="914400" rtl="0" eaLnBrk="0" fontAlgn="base" latinLnBrk="0" hangingPunct="0">
              <a:lnSpc>
                <a:spcPct val="100000"/>
              </a:lnSpc>
              <a:spcBef>
                <a:spcPct val="0"/>
              </a:spcBef>
              <a:spcAft>
                <a:spcPct val="0"/>
              </a:spcAft>
              <a:buClr>
                <a:schemeClr val="accent2"/>
              </a:buClr>
              <a:buSzTx/>
              <a:buFont typeface="Wingdings" panose="05000000000000000000" pitchFamily="2" charset="2"/>
              <a:buChar char="Ø"/>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R="0" lvl="0" algn="l" defTabSz="914400" rtl="0" eaLnBrk="0" fontAlgn="base" latinLnBrk="0" hangingPunct="0">
              <a:lnSpc>
                <a:spcPct val="100000"/>
              </a:lnSpc>
              <a:spcBef>
                <a:spcPct val="0"/>
              </a:spcBef>
              <a:spcAft>
                <a:spcPct val="0"/>
              </a:spcAft>
              <a:buClr>
                <a:schemeClr val="accent2"/>
              </a:buClr>
              <a:buSzTx/>
              <a:buFont typeface="Wingdings" panose="05000000000000000000" pitchFamily="2" charset="2"/>
              <a:buChar char="Ø"/>
              <a:tabLst/>
            </a:pPr>
            <a:r>
              <a:rPr kumimoji="0" lang="en-US" altLang="en-US" sz="1800" b="0" i="0" u="none" strike="noStrike" cap="none" normalizeH="0" baseline="0" dirty="0">
                <a:ln>
                  <a:noFill/>
                </a:ln>
                <a:solidFill>
                  <a:schemeClr val="tx1"/>
                </a:solidFill>
                <a:effectLst/>
                <a:latin typeface="Arial" panose="020B0604020202020204" pitchFamily="34" charset="0"/>
              </a:rPr>
              <a:t>Enhanced communication and teamwork through regular meetings and collaborative tools.</a:t>
            </a:r>
          </a:p>
        </p:txBody>
      </p:sp>
    </p:spTree>
    <p:extLst>
      <p:ext uri="{BB962C8B-B14F-4D97-AF65-F5344CB8AC3E}">
        <p14:creationId xmlns:p14="http://schemas.microsoft.com/office/powerpoint/2010/main" val="2507186068"/>
      </p:ext>
    </p:extLst>
  </p:cSld>
  <p:clrMapOvr>
    <a:masterClrMapping/>
  </p:clrMapOvr>
</p:sld>
</file>

<file path=ppt/theme/_rels/theme2.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Ion Boardroom">
  <a:themeElements>
    <a:clrScheme name="Ion Boardroom">
      <a:dk1>
        <a:sysClr val="windowText" lastClr="000000"/>
      </a:dk1>
      <a:lt1>
        <a:sysClr val="window" lastClr="FFFFFF"/>
      </a:lt1>
      <a:dk2>
        <a:srgbClr val="3B3059"/>
      </a:dk2>
      <a:lt2>
        <a:srgbClr val="EBEBEB"/>
      </a:lt2>
      <a:accent1>
        <a:srgbClr val="B31166"/>
      </a:accent1>
      <a:accent2>
        <a:srgbClr val="E33D6F"/>
      </a:accent2>
      <a:accent3>
        <a:srgbClr val="E45F3C"/>
      </a:accent3>
      <a:accent4>
        <a:srgbClr val="E9943A"/>
      </a:accent4>
      <a:accent5>
        <a:srgbClr val="9B6BF2"/>
      </a:accent5>
      <a:accent6>
        <a:srgbClr val="D53DD0"/>
      </a:accent6>
      <a:hlink>
        <a:srgbClr val="8F8F8F"/>
      </a:hlink>
      <a:folHlink>
        <a:srgbClr val="A5A5A5"/>
      </a:folHlink>
    </a:clrScheme>
    <a:fontScheme name="Ion Boardroom">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Boardroom">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8000"/>
                <a:hueMod val="124000"/>
                <a:satMod val="148000"/>
                <a:lumMod val="124000"/>
              </a:schemeClr>
            </a:gs>
            <a:gs pos="100000">
              <a:schemeClr val="phClr">
                <a:shade val="76000"/>
                <a:hueMod val="89000"/>
                <a:satMod val="164000"/>
                <a:lumMod val="56000"/>
              </a:schemeClr>
            </a:gs>
          </a:gsLst>
          <a:path path="circle">
            <a:fillToRect l="45000" t="65000" r="125000" b="100000"/>
          </a:path>
        </a:gradFill>
        <a:blipFill rotWithShape="1">
          <a:blip xmlns:r="http://schemas.openxmlformats.org/officeDocument/2006/relationships" r:embed="rId1">
            <a:duotone>
              <a:schemeClr val="phClr">
                <a:shade val="69000"/>
                <a:hueMod val="91000"/>
                <a:satMod val="164000"/>
                <a:lumMod val="74000"/>
              </a:schemeClr>
              <a:schemeClr val="phClr">
                <a:hueMod val="124000"/>
                <a:satMod val="140000"/>
                <a:lumMod val="142000"/>
              </a:schemeClr>
            </a:duotone>
          </a:blip>
          <a:stretch/>
        </a:blipFill>
      </a:bgFillStyleLst>
    </a:fmtScheme>
  </a:themeElements>
  <a:objectDefaults/>
  <a:extraClrSchemeLst/>
  <a:extLst>
    <a:ext uri="{05A4C25C-085E-4340-85A3-A5531E510DB2}">
      <thm15:themeFamily xmlns:thm15="http://schemas.microsoft.com/office/thememl/2012/main" name="Ion Boardroom" id="{FC33163D-4339-46B1-8EED-24C834239D99}" vid="{B8502691-933B-45FE-8764-BA278511EF27}"/>
    </a:ext>
  </a:extLst>
</a:theme>
</file>

<file path=docProps/app.xml><?xml version="1.0" encoding="utf-8"?>
<Properties xmlns="http://schemas.openxmlformats.org/officeDocument/2006/extended-properties" xmlns:vt="http://schemas.openxmlformats.org/officeDocument/2006/docPropsVTypes">
  <Template/>
  <TotalTime>83</TotalTime>
  <Words>553</Words>
  <Application>Microsoft Office PowerPoint</Application>
  <PresentationFormat>Widescreen</PresentationFormat>
  <Paragraphs>65</Paragraphs>
  <Slides>7</Slides>
  <Notes>0</Notes>
  <HiddenSlides>0</HiddenSlides>
  <MMClips>0</MMClips>
  <ScaleCrop>false</ScaleCrop>
  <HeadingPairs>
    <vt:vector size="6" baseType="variant">
      <vt:variant>
        <vt:lpstr>Fonts Used</vt:lpstr>
      </vt:variant>
      <vt:variant>
        <vt:i4>7</vt:i4>
      </vt:variant>
      <vt:variant>
        <vt:lpstr>Theme</vt:lpstr>
      </vt:variant>
      <vt:variant>
        <vt:i4>2</vt:i4>
      </vt:variant>
      <vt:variant>
        <vt:lpstr>Slide Titles</vt:lpstr>
      </vt:variant>
      <vt:variant>
        <vt:i4>7</vt:i4>
      </vt:variant>
    </vt:vector>
  </HeadingPairs>
  <TitlesOfParts>
    <vt:vector size="16" baseType="lpstr">
      <vt:lpstr>Arial</vt:lpstr>
      <vt:lpstr>Calibri</vt:lpstr>
      <vt:lpstr>Calibri Light</vt:lpstr>
      <vt:lpstr>Century Gothic</vt:lpstr>
      <vt:lpstr>Times New Roman</vt:lpstr>
      <vt:lpstr>Wingdings</vt:lpstr>
      <vt:lpstr>Wingdings 3</vt:lpstr>
      <vt:lpstr>Office Theme</vt:lpstr>
      <vt:lpstr>Ion Boardroom</vt:lpstr>
      <vt:lpstr>SHRI VAISHNAV VIDYAPEETH VISHWAVIDYALAYA, INDORE  SHRI VAISHNAV INSTITUTE OF INFORMATION TECHNOLOGY</vt:lpstr>
      <vt:lpstr>Internship Details</vt:lpstr>
      <vt:lpstr>Executive Summary</vt:lpstr>
      <vt:lpstr>Internship Duties &amp; Responsibilities</vt:lpstr>
      <vt:lpstr>Learning Experience</vt:lpstr>
      <vt:lpstr>SWOT Analysis</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SHRI VAISHNAV VIDYAPEETH VISHWAVIDYALAYA, INDORE  SHRI VAISHNAV INSTITUTE OF INFORMATION TECHNOLOGY</dc:title>
  <dc:creator>Shahbaaz</dc:creator>
  <cp:lastModifiedBy>Mohammad Shahbaaz</cp:lastModifiedBy>
  <cp:revision>3</cp:revision>
  <cp:lastPrinted>2022-05-07T10:58:15Z</cp:lastPrinted>
  <dcterms:created xsi:type="dcterms:W3CDTF">2022-05-07T10:25:36Z</dcterms:created>
  <dcterms:modified xsi:type="dcterms:W3CDTF">2025-05-03T09:51:33Z</dcterms:modified>
</cp:coreProperties>
</file>